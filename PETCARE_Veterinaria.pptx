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9" r:id="rId3"/>
    <p:sldId id="258" r:id="rId4"/>
    <p:sldId id="260" r:id="rId5"/>
    <p:sldId id="332" r:id="rId6"/>
    <p:sldId id="261" r:id="rId7"/>
    <p:sldId id="262" r:id="rId8"/>
    <p:sldId id="331" r:id="rId9"/>
    <p:sldId id="263" r:id="rId10"/>
    <p:sldId id="268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</p:sldIdLst>
  <p:sldSz cx="9144000" cy="5143500" type="screen16x9"/>
  <p:notesSz cx="6858000" cy="9144000"/>
  <p:embeddedFontLst>
    <p:embeddedFont>
      <p:font typeface="Alata" charset="0"/>
      <p:regular r:id="rId22"/>
    </p:embeddedFont>
    <p:embeddedFont>
      <p:font typeface="Assistant" charset="-79"/>
      <p:regular r:id="rId23"/>
      <p:bold r:id="rId24"/>
    </p:embeddedFont>
    <p:embeddedFont>
      <p:font typeface="Poppins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1E41199-FFC8-4761-935C-8B656C74E004}">
  <a:tblStyle styleId="{A1E41199-FFC8-4761-935C-8B656C74E0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658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xmlns="" id="{6D5B3B0B-8FC4-D62A-CA05-5E97D6601ED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06E935B5-498C-7409-593D-A8C820DEF6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EAF84B-8DB7-41F1-9EDC-46FB4CA5789E}" type="datetimeFigureOut">
              <a:rPr lang="es-BO" smtClean="0"/>
              <a:t>20/11/2025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9933B779-F263-DC4D-1DB4-C04B67F313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1369CBEC-3D22-4DDD-49BF-294AB2E13E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EF170-79C2-4F45-8767-411C316E0156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4543265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96782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1af349bb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1af349bb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/>
              <a:t>plantillaspowerpoint.org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/>
              <a:t>plantillaspowerpoint.org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123d72e1ce0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123d72e1ce0_0_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/>
              <a:t>plantillaspowerpoint.org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123d72e1ce0_2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123d72e1ce0_2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123d72e1ce0_2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123d72e1ce0_2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123d72e1ce0_2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123d72e1ce0_2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123d72e1ce0_2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123d72e1ce0_2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123d72e1ce0_2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123d72e1ce0_2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123d72e1ce0_2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123d72e1ce0_2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123d72e1ce0_2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123d72e1ce0_2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123d72e1ce0_2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123d72e1ce0_2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123d72e1ce0_2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123d72e1ce0_2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765788"/>
            <a:ext cx="4467000" cy="21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>
                <a:solidFill>
                  <a:srgbClr val="CC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393663"/>
            <a:ext cx="36570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0"/>
            <a:ext cx="9150900" cy="5171700"/>
            <a:chOff x="0" y="0"/>
            <a:chExt cx="9150900" cy="5171700"/>
          </a:xfrm>
        </p:grpSpPr>
        <p:cxnSp>
          <p:nvCxnSpPr>
            <p:cNvPr id="12" name="Google Shape;12;p2"/>
            <p:cNvCxnSpPr/>
            <p:nvPr/>
          </p:nvCxnSpPr>
          <p:spPr>
            <a:xfrm>
              <a:off x="0" y="336600"/>
              <a:ext cx="9150900" cy="0"/>
            </a:xfrm>
            <a:prstGeom prst="straightConnector1">
              <a:avLst/>
            </a:prstGeom>
            <a:ln>
              <a:solidFill>
                <a:srgbClr val="FF66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oogle Shape;13;p2"/>
            <p:cNvCxnSpPr/>
            <p:nvPr/>
          </p:nvCxnSpPr>
          <p:spPr>
            <a:xfrm>
              <a:off x="8706900" y="0"/>
              <a:ext cx="0" cy="5171700"/>
            </a:xfrm>
            <a:prstGeom prst="straightConnector1">
              <a:avLst/>
            </a:prstGeom>
            <a:ln>
              <a:solidFill>
                <a:srgbClr val="FF66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oogle Shape;14;p2"/>
            <p:cNvCxnSpPr/>
            <p:nvPr/>
          </p:nvCxnSpPr>
          <p:spPr>
            <a:xfrm>
              <a:off x="0" y="4796400"/>
              <a:ext cx="9150900" cy="0"/>
            </a:xfrm>
            <a:prstGeom prst="straightConnector1">
              <a:avLst/>
            </a:prstGeom>
            <a:ln>
              <a:solidFill>
                <a:srgbClr val="FF66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oogle Shape;15;p2"/>
            <p:cNvCxnSpPr/>
            <p:nvPr/>
          </p:nvCxnSpPr>
          <p:spPr>
            <a:xfrm>
              <a:off x="5697425" y="0"/>
              <a:ext cx="0" cy="5171700"/>
            </a:xfrm>
            <a:prstGeom prst="straightConnector1">
              <a:avLst/>
            </a:prstGeom>
            <a:ln>
              <a:solidFill>
                <a:srgbClr val="FF66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720000" y="1725225"/>
            <a:ext cx="3739200" cy="179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762900" y="431020"/>
            <a:ext cx="1056900" cy="9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720000" y="3919173"/>
            <a:ext cx="24987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" name="Google Shape;20;p3"/>
          <p:cNvGrpSpPr/>
          <p:nvPr/>
        </p:nvGrpSpPr>
        <p:grpSpPr>
          <a:xfrm>
            <a:off x="-400" y="0"/>
            <a:ext cx="9151600" cy="5171700"/>
            <a:chOff x="-400" y="0"/>
            <a:chExt cx="9151600" cy="5171700"/>
          </a:xfrm>
        </p:grpSpPr>
        <p:cxnSp>
          <p:nvCxnSpPr>
            <p:cNvPr id="21" name="Google Shape;21;p3"/>
            <p:cNvCxnSpPr/>
            <p:nvPr/>
          </p:nvCxnSpPr>
          <p:spPr>
            <a:xfrm>
              <a:off x="0" y="340490"/>
              <a:ext cx="9151200" cy="0"/>
            </a:xfrm>
            <a:prstGeom prst="straightConnector1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3"/>
            <p:cNvCxnSpPr/>
            <p:nvPr/>
          </p:nvCxnSpPr>
          <p:spPr>
            <a:xfrm>
              <a:off x="8706900" y="0"/>
              <a:ext cx="0" cy="5171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23;p3"/>
            <p:cNvCxnSpPr/>
            <p:nvPr/>
          </p:nvCxnSpPr>
          <p:spPr>
            <a:xfrm>
              <a:off x="5280050" y="0"/>
              <a:ext cx="0" cy="5171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24;p3"/>
            <p:cNvCxnSpPr/>
            <p:nvPr/>
          </p:nvCxnSpPr>
          <p:spPr>
            <a:xfrm>
              <a:off x="-400" y="4796400"/>
              <a:ext cx="9151200" cy="0"/>
            </a:xfrm>
            <a:prstGeom prst="straightConnector1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4959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8" name="Google Shape;28;p4"/>
          <p:cNvGrpSpPr/>
          <p:nvPr/>
        </p:nvGrpSpPr>
        <p:grpSpPr>
          <a:xfrm>
            <a:off x="0" y="0"/>
            <a:ext cx="9144000" cy="5171700"/>
            <a:chOff x="0" y="0"/>
            <a:chExt cx="9144000" cy="5171700"/>
          </a:xfrm>
        </p:grpSpPr>
        <p:cxnSp>
          <p:nvCxnSpPr>
            <p:cNvPr id="29" name="Google Shape;29;p4"/>
            <p:cNvCxnSpPr/>
            <p:nvPr/>
          </p:nvCxnSpPr>
          <p:spPr>
            <a:xfrm>
              <a:off x="8706900" y="0"/>
              <a:ext cx="0" cy="5171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0" name="Google Shape;30;p4"/>
            <p:cNvGrpSpPr/>
            <p:nvPr/>
          </p:nvGrpSpPr>
          <p:grpSpPr>
            <a:xfrm>
              <a:off x="0" y="336600"/>
              <a:ext cx="9144000" cy="4459800"/>
              <a:chOff x="6925" y="336600"/>
              <a:chExt cx="9144000" cy="4459800"/>
            </a:xfrm>
          </p:grpSpPr>
          <p:cxnSp>
            <p:nvCxnSpPr>
              <p:cNvPr id="31" name="Google Shape;31;p4"/>
              <p:cNvCxnSpPr/>
              <p:nvPr/>
            </p:nvCxnSpPr>
            <p:spPr>
              <a:xfrm>
                <a:off x="6925" y="479640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32;p4"/>
              <p:cNvCxnSpPr/>
              <p:nvPr/>
            </p:nvCxnSpPr>
            <p:spPr>
              <a:xfrm>
                <a:off x="6925" y="33660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 idx="2"/>
          </p:nvPr>
        </p:nvSpPr>
        <p:spPr>
          <a:xfrm>
            <a:off x="720080" y="2818634"/>
            <a:ext cx="2528400" cy="5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 idx="3"/>
          </p:nvPr>
        </p:nvSpPr>
        <p:spPr>
          <a:xfrm>
            <a:off x="4275947" y="2818634"/>
            <a:ext cx="2529000" cy="5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4275947" y="3323626"/>
            <a:ext cx="2529000" cy="88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720075" y="3323626"/>
            <a:ext cx="2528400" cy="88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39" name="Google Shape;39;p5"/>
          <p:cNvGrpSpPr/>
          <p:nvPr/>
        </p:nvGrpSpPr>
        <p:grpSpPr>
          <a:xfrm>
            <a:off x="6925" y="336600"/>
            <a:ext cx="9144000" cy="4459800"/>
            <a:chOff x="6925" y="336600"/>
            <a:chExt cx="9144000" cy="4459800"/>
          </a:xfrm>
        </p:grpSpPr>
        <p:grpSp>
          <p:nvGrpSpPr>
            <p:cNvPr id="40" name="Google Shape;40;p5"/>
            <p:cNvGrpSpPr/>
            <p:nvPr/>
          </p:nvGrpSpPr>
          <p:grpSpPr>
            <a:xfrm>
              <a:off x="6925" y="336600"/>
              <a:ext cx="9144000" cy="4459800"/>
              <a:chOff x="6925" y="336600"/>
              <a:chExt cx="9144000" cy="4459800"/>
            </a:xfrm>
          </p:grpSpPr>
          <p:cxnSp>
            <p:nvCxnSpPr>
              <p:cNvPr id="41" name="Google Shape;41;p5"/>
              <p:cNvCxnSpPr/>
              <p:nvPr/>
            </p:nvCxnSpPr>
            <p:spPr>
              <a:xfrm>
                <a:off x="6925" y="479640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" name="Google Shape;43;p5"/>
              <p:cNvCxnSpPr/>
              <p:nvPr/>
            </p:nvCxnSpPr>
            <p:spPr>
              <a:xfrm>
                <a:off x="6925" y="33660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44" name="Google Shape;44;p5"/>
            <p:cNvCxnSpPr/>
            <p:nvPr/>
          </p:nvCxnSpPr>
          <p:spPr>
            <a:xfrm>
              <a:off x="6925" y="12412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6"/>
          <p:cNvGrpSpPr/>
          <p:nvPr/>
        </p:nvGrpSpPr>
        <p:grpSpPr>
          <a:xfrm>
            <a:off x="0" y="336600"/>
            <a:ext cx="9144000" cy="4459800"/>
            <a:chOff x="6925" y="336600"/>
            <a:chExt cx="9144000" cy="4459800"/>
          </a:xfrm>
        </p:grpSpPr>
        <p:cxnSp>
          <p:nvCxnSpPr>
            <p:cNvPr id="50" name="Google Shape;50;p6"/>
            <p:cNvCxnSpPr/>
            <p:nvPr/>
          </p:nvCxnSpPr>
          <p:spPr>
            <a:xfrm>
              <a:off x="6925" y="47964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51;p6"/>
            <p:cNvCxnSpPr/>
            <p:nvPr/>
          </p:nvCxnSpPr>
          <p:spPr>
            <a:xfrm>
              <a:off x="6925" y="3366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3517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4687775" y="1707575"/>
            <a:ext cx="3736200" cy="13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4687795" y="945000"/>
            <a:ext cx="373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grpSp>
        <p:nvGrpSpPr>
          <p:cNvPr id="74" name="Google Shape;74;p9"/>
          <p:cNvGrpSpPr/>
          <p:nvPr/>
        </p:nvGrpSpPr>
        <p:grpSpPr>
          <a:xfrm>
            <a:off x="-12900" y="48491"/>
            <a:ext cx="9169800" cy="5171700"/>
            <a:chOff x="-18950" y="0"/>
            <a:chExt cx="9169800" cy="5171700"/>
          </a:xfrm>
        </p:grpSpPr>
        <p:cxnSp>
          <p:nvCxnSpPr>
            <p:cNvPr id="75" name="Google Shape;75;p9"/>
            <p:cNvCxnSpPr/>
            <p:nvPr/>
          </p:nvCxnSpPr>
          <p:spPr>
            <a:xfrm>
              <a:off x="-18950" y="4796400"/>
              <a:ext cx="9169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" name="Google Shape;76;p9"/>
            <p:cNvCxnSpPr/>
            <p:nvPr/>
          </p:nvCxnSpPr>
          <p:spPr>
            <a:xfrm>
              <a:off x="-18950" y="336600"/>
              <a:ext cx="9169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9"/>
            <p:cNvCxnSpPr/>
            <p:nvPr/>
          </p:nvCxnSpPr>
          <p:spPr>
            <a:xfrm>
              <a:off x="437100" y="0"/>
              <a:ext cx="0" cy="5171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_1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3"/>
          <p:cNvGrpSpPr/>
          <p:nvPr/>
        </p:nvGrpSpPr>
        <p:grpSpPr>
          <a:xfrm>
            <a:off x="0" y="336600"/>
            <a:ext cx="9144000" cy="4459800"/>
            <a:chOff x="6925" y="336600"/>
            <a:chExt cx="9144000" cy="4459800"/>
          </a:xfrm>
        </p:grpSpPr>
        <p:cxnSp>
          <p:nvCxnSpPr>
            <p:cNvPr id="105" name="Google Shape;105;p13"/>
            <p:cNvCxnSpPr/>
            <p:nvPr/>
          </p:nvCxnSpPr>
          <p:spPr>
            <a:xfrm>
              <a:off x="6925" y="47964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" name="Google Shape;106;p13"/>
            <p:cNvCxnSpPr/>
            <p:nvPr/>
          </p:nvCxnSpPr>
          <p:spPr>
            <a:xfrm>
              <a:off x="6925" y="3366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9" name="Google Shape;109;p13"/>
          <p:cNvSpPr txBox="1">
            <a:spLocks noGrp="1"/>
          </p:cNvSpPr>
          <p:nvPr>
            <p:ph type="title"/>
          </p:nvPr>
        </p:nvSpPr>
        <p:spPr>
          <a:xfrm>
            <a:off x="1669076" y="1537675"/>
            <a:ext cx="2668200" cy="3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"/>
          </p:nvPr>
        </p:nvSpPr>
        <p:spPr>
          <a:xfrm>
            <a:off x="1669075" y="1933148"/>
            <a:ext cx="26682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2"/>
          </p:nvPr>
        </p:nvSpPr>
        <p:spPr>
          <a:xfrm>
            <a:off x="5755794" y="1537675"/>
            <a:ext cx="2668200" cy="3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3"/>
          </p:nvPr>
        </p:nvSpPr>
        <p:spPr>
          <a:xfrm>
            <a:off x="5755795" y="1933148"/>
            <a:ext cx="26682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4"/>
          </p:nvPr>
        </p:nvSpPr>
        <p:spPr>
          <a:xfrm>
            <a:off x="1669076" y="2570283"/>
            <a:ext cx="2668200" cy="3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5"/>
          </p:nvPr>
        </p:nvSpPr>
        <p:spPr>
          <a:xfrm>
            <a:off x="1669075" y="2965775"/>
            <a:ext cx="26682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6"/>
          </p:nvPr>
        </p:nvSpPr>
        <p:spPr>
          <a:xfrm>
            <a:off x="5755794" y="2570283"/>
            <a:ext cx="2668200" cy="3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7"/>
          </p:nvPr>
        </p:nvSpPr>
        <p:spPr>
          <a:xfrm>
            <a:off x="5755795" y="2965775"/>
            <a:ext cx="26682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8" hasCustomPrompt="1"/>
          </p:nvPr>
        </p:nvSpPr>
        <p:spPr>
          <a:xfrm>
            <a:off x="720000" y="1752700"/>
            <a:ext cx="952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9" hasCustomPrompt="1"/>
          </p:nvPr>
        </p:nvSpPr>
        <p:spPr>
          <a:xfrm>
            <a:off x="720000" y="2785301"/>
            <a:ext cx="952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13" hasCustomPrompt="1"/>
          </p:nvPr>
        </p:nvSpPr>
        <p:spPr>
          <a:xfrm>
            <a:off x="4803300" y="1752700"/>
            <a:ext cx="952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14" hasCustomPrompt="1"/>
          </p:nvPr>
        </p:nvSpPr>
        <p:spPr>
          <a:xfrm>
            <a:off x="4803300" y="2785300"/>
            <a:ext cx="952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title" idx="16"/>
          </p:nvPr>
        </p:nvSpPr>
        <p:spPr>
          <a:xfrm>
            <a:off x="1672501" y="3602863"/>
            <a:ext cx="2668200" cy="3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7"/>
          </p:nvPr>
        </p:nvSpPr>
        <p:spPr>
          <a:xfrm>
            <a:off x="1672500" y="3998354"/>
            <a:ext cx="26682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18" hasCustomPrompt="1"/>
          </p:nvPr>
        </p:nvSpPr>
        <p:spPr>
          <a:xfrm>
            <a:off x="720000" y="3817730"/>
            <a:ext cx="952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1896900" y="2480250"/>
            <a:ext cx="53502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subTitle" idx="1"/>
          </p:nvPr>
        </p:nvSpPr>
        <p:spPr>
          <a:xfrm>
            <a:off x="1896900" y="947175"/>
            <a:ext cx="5350200" cy="14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2" name="Google Shape;132;p14"/>
          <p:cNvGrpSpPr/>
          <p:nvPr/>
        </p:nvGrpSpPr>
        <p:grpSpPr>
          <a:xfrm>
            <a:off x="0" y="336600"/>
            <a:ext cx="9144000" cy="4459800"/>
            <a:chOff x="6925" y="336600"/>
            <a:chExt cx="9144000" cy="4459800"/>
          </a:xfrm>
        </p:grpSpPr>
        <p:cxnSp>
          <p:nvCxnSpPr>
            <p:cNvPr id="133" name="Google Shape;133;p14"/>
            <p:cNvCxnSpPr/>
            <p:nvPr/>
          </p:nvCxnSpPr>
          <p:spPr>
            <a:xfrm>
              <a:off x="6925" y="47964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" name="Google Shape;134;p14"/>
            <p:cNvCxnSpPr/>
            <p:nvPr/>
          </p:nvCxnSpPr>
          <p:spPr>
            <a:xfrm>
              <a:off x="6925" y="3366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>
            <a:spLocks noGrp="1"/>
          </p:cNvSpPr>
          <p:nvPr>
            <p:ph type="title"/>
          </p:nvPr>
        </p:nvSpPr>
        <p:spPr>
          <a:xfrm>
            <a:off x="720000" y="44639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1"/>
          <p:cNvSpPr txBox="1">
            <a:spLocks noGrp="1"/>
          </p:cNvSpPr>
          <p:nvPr>
            <p:ph type="subTitle" idx="1"/>
          </p:nvPr>
        </p:nvSpPr>
        <p:spPr>
          <a:xfrm>
            <a:off x="985550" y="3391310"/>
            <a:ext cx="23037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1"/>
          <p:cNvSpPr txBox="1">
            <a:spLocks noGrp="1"/>
          </p:cNvSpPr>
          <p:nvPr>
            <p:ph type="subTitle" idx="2"/>
          </p:nvPr>
        </p:nvSpPr>
        <p:spPr>
          <a:xfrm>
            <a:off x="3420155" y="3391310"/>
            <a:ext cx="23037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1"/>
          <p:cNvSpPr txBox="1">
            <a:spLocks noGrp="1"/>
          </p:cNvSpPr>
          <p:nvPr>
            <p:ph type="subTitle" idx="3"/>
          </p:nvPr>
        </p:nvSpPr>
        <p:spPr>
          <a:xfrm>
            <a:off x="5854760" y="3391310"/>
            <a:ext cx="23037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subTitle" idx="4"/>
          </p:nvPr>
        </p:nvSpPr>
        <p:spPr>
          <a:xfrm>
            <a:off x="985550" y="2894313"/>
            <a:ext cx="23037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subTitle" idx="5"/>
          </p:nvPr>
        </p:nvSpPr>
        <p:spPr>
          <a:xfrm>
            <a:off x="3420155" y="2894313"/>
            <a:ext cx="23037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08" name="Google Shape;208;p21"/>
          <p:cNvSpPr txBox="1">
            <a:spLocks noGrp="1"/>
          </p:cNvSpPr>
          <p:nvPr>
            <p:ph type="subTitle" idx="6"/>
          </p:nvPr>
        </p:nvSpPr>
        <p:spPr>
          <a:xfrm>
            <a:off x="5854760" y="2894313"/>
            <a:ext cx="23037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grpSp>
        <p:nvGrpSpPr>
          <p:cNvPr id="213" name="Google Shape;213;p21"/>
          <p:cNvGrpSpPr/>
          <p:nvPr/>
        </p:nvGrpSpPr>
        <p:grpSpPr>
          <a:xfrm>
            <a:off x="6925" y="336600"/>
            <a:ext cx="9144000" cy="4459800"/>
            <a:chOff x="6925" y="336600"/>
            <a:chExt cx="9144000" cy="4459800"/>
          </a:xfrm>
        </p:grpSpPr>
        <p:cxnSp>
          <p:nvCxnSpPr>
            <p:cNvPr id="214" name="Google Shape;214;p21"/>
            <p:cNvCxnSpPr/>
            <p:nvPr/>
          </p:nvCxnSpPr>
          <p:spPr>
            <a:xfrm>
              <a:off x="6925" y="47964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21"/>
            <p:cNvCxnSpPr/>
            <p:nvPr/>
          </p:nvCxnSpPr>
          <p:spPr>
            <a:xfrm>
              <a:off x="6925" y="3366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"/>
          <p:cNvSpPr txBox="1">
            <a:spLocks noGrp="1"/>
          </p:cNvSpPr>
          <p:nvPr>
            <p:ph type="subTitle" idx="1"/>
          </p:nvPr>
        </p:nvSpPr>
        <p:spPr>
          <a:xfrm>
            <a:off x="799575" y="1475892"/>
            <a:ext cx="3286800" cy="3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312" name="Google Shape;312;p27"/>
          <p:cNvSpPr txBox="1">
            <a:spLocks noGrp="1"/>
          </p:cNvSpPr>
          <p:nvPr>
            <p:ph type="subTitle" idx="2"/>
          </p:nvPr>
        </p:nvSpPr>
        <p:spPr>
          <a:xfrm>
            <a:off x="799658" y="2476954"/>
            <a:ext cx="3286800" cy="3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313" name="Google Shape;313;p27"/>
          <p:cNvSpPr txBox="1">
            <a:spLocks noGrp="1"/>
          </p:cNvSpPr>
          <p:nvPr>
            <p:ph type="subTitle" idx="3"/>
          </p:nvPr>
        </p:nvSpPr>
        <p:spPr>
          <a:xfrm>
            <a:off x="799616" y="3478017"/>
            <a:ext cx="3286800" cy="3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314" name="Google Shape;314;p27"/>
          <p:cNvSpPr txBox="1">
            <a:spLocks noGrp="1"/>
          </p:cNvSpPr>
          <p:nvPr>
            <p:ph type="subTitle" idx="4"/>
          </p:nvPr>
        </p:nvSpPr>
        <p:spPr>
          <a:xfrm>
            <a:off x="799658" y="1942873"/>
            <a:ext cx="3286800" cy="4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27"/>
          <p:cNvSpPr txBox="1">
            <a:spLocks noGrp="1"/>
          </p:cNvSpPr>
          <p:nvPr>
            <p:ph type="subTitle" idx="5"/>
          </p:nvPr>
        </p:nvSpPr>
        <p:spPr>
          <a:xfrm>
            <a:off x="799612" y="2943936"/>
            <a:ext cx="3286800" cy="4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7"/>
          <p:cNvSpPr txBox="1">
            <a:spLocks noGrp="1"/>
          </p:cNvSpPr>
          <p:nvPr>
            <p:ph type="subTitle" idx="6"/>
          </p:nvPr>
        </p:nvSpPr>
        <p:spPr>
          <a:xfrm>
            <a:off x="799618" y="3944999"/>
            <a:ext cx="3286800" cy="4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27"/>
          <p:cNvSpPr txBox="1">
            <a:spLocks noGrp="1"/>
          </p:cNvSpPr>
          <p:nvPr>
            <p:ph type="title" hasCustomPrompt="1"/>
          </p:nvPr>
        </p:nvSpPr>
        <p:spPr>
          <a:xfrm>
            <a:off x="7250150" y="1834961"/>
            <a:ext cx="11739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18" name="Google Shape;318;p27"/>
          <p:cNvSpPr txBox="1">
            <a:spLocks noGrp="1"/>
          </p:cNvSpPr>
          <p:nvPr>
            <p:ph type="title" idx="7" hasCustomPrompt="1"/>
          </p:nvPr>
        </p:nvSpPr>
        <p:spPr>
          <a:xfrm>
            <a:off x="7250150" y="2836011"/>
            <a:ext cx="11739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19" name="Google Shape;319;p27"/>
          <p:cNvSpPr txBox="1">
            <a:spLocks noGrp="1"/>
          </p:cNvSpPr>
          <p:nvPr>
            <p:ph type="title" idx="8" hasCustomPrompt="1"/>
          </p:nvPr>
        </p:nvSpPr>
        <p:spPr>
          <a:xfrm>
            <a:off x="7250150" y="3837061"/>
            <a:ext cx="11739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20" name="Google Shape;320;p27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25" name="Google Shape;325;p27"/>
          <p:cNvGrpSpPr/>
          <p:nvPr/>
        </p:nvGrpSpPr>
        <p:grpSpPr>
          <a:xfrm>
            <a:off x="0" y="336600"/>
            <a:ext cx="9144000" cy="4459800"/>
            <a:chOff x="6925" y="336600"/>
            <a:chExt cx="9144000" cy="4459800"/>
          </a:xfrm>
        </p:grpSpPr>
        <p:cxnSp>
          <p:nvCxnSpPr>
            <p:cNvPr id="326" name="Google Shape;326;p27"/>
            <p:cNvCxnSpPr/>
            <p:nvPr/>
          </p:nvCxnSpPr>
          <p:spPr>
            <a:xfrm>
              <a:off x="6925" y="47964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27"/>
            <p:cNvCxnSpPr/>
            <p:nvPr/>
          </p:nvCxnSpPr>
          <p:spPr>
            <a:xfrm>
              <a:off x="6925" y="3366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49" name="Google Shape;349;p29"/>
          <p:cNvGrpSpPr/>
          <p:nvPr/>
        </p:nvGrpSpPr>
        <p:grpSpPr>
          <a:xfrm>
            <a:off x="0" y="336600"/>
            <a:ext cx="9144000" cy="4459800"/>
            <a:chOff x="6925" y="336600"/>
            <a:chExt cx="9144000" cy="4459800"/>
          </a:xfrm>
        </p:grpSpPr>
        <p:cxnSp>
          <p:nvCxnSpPr>
            <p:cNvPr id="350" name="Google Shape;350;p29"/>
            <p:cNvCxnSpPr/>
            <p:nvPr/>
          </p:nvCxnSpPr>
          <p:spPr>
            <a:xfrm>
              <a:off x="6925" y="47964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1" name="Google Shape;351;p29"/>
            <p:cNvCxnSpPr/>
            <p:nvPr/>
          </p:nvCxnSpPr>
          <p:spPr>
            <a:xfrm>
              <a:off x="6925" y="3366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oogle Shape;375;p31"/>
          <p:cNvGrpSpPr/>
          <p:nvPr/>
        </p:nvGrpSpPr>
        <p:grpSpPr>
          <a:xfrm>
            <a:off x="0" y="336600"/>
            <a:ext cx="9144000" cy="4459800"/>
            <a:chOff x="6925" y="336600"/>
            <a:chExt cx="9144000" cy="4459800"/>
          </a:xfrm>
        </p:grpSpPr>
        <p:cxnSp>
          <p:nvCxnSpPr>
            <p:cNvPr id="376" name="Google Shape;376;p31"/>
            <p:cNvCxnSpPr/>
            <p:nvPr/>
          </p:nvCxnSpPr>
          <p:spPr>
            <a:xfrm>
              <a:off x="6925" y="47964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7" name="Google Shape;377;p31"/>
            <p:cNvCxnSpPr/>
            <p:nvPr/>
          </p:nvCxnSpPr>
          <p:spPr>
            <a:xfrm>
              <a:off x="6925" y="3366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3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32"/>
          <p:cNvGrpSpPr/>
          <p:nvPr/>
        </p:nvGrpSpPr>
        <p:grpSpPr>
          <a:xfrm>
            <a:off x="0" y="340490"/>
            <a:ext cx="9151315" cy="4455910"/>
            <a:chOff x="0" y="340490"/>
            <a:chExt cx="9151315" cy="4455910"/>
          </a:xfrm>
        </p:grpSpPr>
        <p:cxnSp>
          <p:nvCxnSpPr>
            <p:cNvPr id="382" name="Google Shape;382;p32"/>
            <p:cNvCxnSpPr/>
            <p:nvPr/>
          </p:nvCxnSpPr>
          <p:spPr>
            <a:xfrm>
              <a:off x="0" y="47964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83" name="Google Shape;383;p32"/>
            <p:cNvGrpSpPr/>
            <p:nvPr/>
          </p:nvGrpSpPr>
          <p:grpSpPr>
            <a:xfrm>
              <a:off x="0" y="340490"/>
              <a:ext cx="9151315" cy="1145956"/>
              <a:chOff x="6925" y="2852144"/>
              <a:chExt cx="9144000" cy="1145956"/>
            </a:xfrm>
          </p:grpSpPr>
          <p:cxnSp>
            <p:nvCxnSpPr>
              <p:cNvPr id="384" name="Google Shape;384;p32"/>
              <p:cNvCxnSpPr/>
              <p:nvPr/>
            </p:nvCxnSpPr>
            <p:spPr>
              <a:xfrm>
                <a:off x="6925" y="285214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32"/>
              <p:cNvCxnSpPr/>
              <p:nvPr/>
            </p:nvCxnSpPr>
            <p:spPr>
              <a:xfrm>
                <a:off x="6925" y="399810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86" name="Google Shape;386;p32"/>
          <p:cNvGrpSpPr/>
          <p:nvPr/>
        </p:nvGrpSpPr>
        <p:grpSpPr>
          <a:xfrm>
            <a:off x="6244733" y="690555"/>
            <a:ext cx="1910088" cy="449019"/>
            <a:chOff x="720008" y="4347373"/>
            <a:chExt cx="1910088" cy="449019"/>
          </a:xfrm>
        </p:grpSpPr>
        <p:grpSp>
          <p:nvGrpSpPr>
            <p:cNvPr id="387" name="Google Shape;387;p32"/>
            <p:cNvGrpSpPr/>
            <p:nvPr/>
          </p:nvGrpSpPr>
          <p:grpSpPr>
            <a:xfrm>
              <a:off x="1414233" y="4347373"/>
              <a:ext cx="521638" cy="449019"/>
              <a:chOff x="3067075" y="3340725"/>
              <a:chExt cx="2481625" cy="2136150"/>
            </a:xfrm>
          </p:grpSpPr>
          <p:sp>
            <p:nvSpPr>
              <p:cNvPr id="388" name="Google Shape;388;p32"/>
              <p:cNvSpPr/>
              <p:nvPr/>
            </p:nvSpPr>
            <p:spPr>
              <a:xfrm>
                <a:off x="3473525" y="4266525"/>
                <a:ext cx="1668725" cy="1210350"/>
              </a:xfrm>
              <a:custGeom>
                <a:avLst/>
                <a:gdLst/>
                <a:ahLst/>
                <a:cxnLst/>
                <a:rect l="l" t="t" r="r" b="b"/>
                <a:pathLst>
                  <a:path w="66749" h="48414" extrusionOk="0">
                    <a:moveTo>
                      <a:pt x="31704" y="1"/>
                    </a:moveTo>
                    <a:lnTo>
                      <a:pt x="30078" y="181"/>
                    </a:lnTo>
                    <a:lnTo>
                      <a:pt x="28542" y="452"/>
                    </a:lnTo>
                    <a:lnTo>
                      <a:pt x="26917" y="814"/>
                    </a:lnTo>
                    <a:lnTo>
                      <a:pt x="25381" y="1265"/>
                    </a:lnTo>
                    <a:lnTo>
                      <a:pt x="23755" y="1807"/>
                    </a:lnTo>
                    <a:lnTo>
                      <a:pt x="22220" y="2439"/>
                    </a:lnTo>
                    <a:lnTo>
                      <a:pt x="20684" y="3162"/>
                    </a:lnTo>
                    <a:lnTo>
                      <a:pt x="19239" y="4065"/>
                    </a:lnTo>
                    <a:lnTo>
                      <a:pt x="17794" y="4969"/>
                    </a:lnTo>
                    <a:lnTo>
                      <a:pt x="16349" y="6052"/>
                    </a:lnTo>
                    <a:lnTo>
                      <a:pt x="14904" y="7136"/>
                    </a:lnTo>
                    <a:lnTo>
                      <a:pt x="13549" y="8310"/>
                    </a:lnTo>
                    <a:lnTo>
                      <a:pt x="12194" y="9665"/>
                    </a:lnTo>
                    <a:lnTo>
                      <a:pt x="10839" y="11020"/>
                    </a:lnTo>
                    <a:lnTo>
                      <a:pt x="9575" y="12465"/>
                    </a:lnTo>
                    <a:lnTo>
                      <a:pt x="8491" y="13911"/>
                    </a:lnTo>
                    <a:lnTo>
                      <a:pt x="7407" y="15265"/>
                    </a:lnTo>
                    <a:lnTo>
                      <a:pt x="6413" y="16711"/>
                    </a:lnTo>
                    <a:lnTo>
                      <a:pt x="5510" y="18246"/>
                    </a:lnTo>
                    <a:lnTo>
                      <a:pt x="4697" y="19782"/>
                    </a:lnTo>
                    <a:lnTo>
                      <a:pt x="3884" y="21317"/>
                    </a:lnTo>
                    <a:lnTo>
                      <a:pt x="3162" y="22853"/>
                    </a:lnTo>
                    <a:lnTo>
                      <a:pt x="2529" y="24388"/>
                    </a:lnTo>
                    <a:lnTo>
                      <a:pt x="1988" y="26014"/>
                    </a:lnTo>
                    <a:lnTo>
                      <a:pt x="1446" y="27549"/>
                    </a:lnTo>
                    <a:lnTo>
                      <a:pt x="994" y="29175"/>
                    </a:lnTo>
                    <a:lnTo>
                      <a:pt x="633" y="30711"/>
                    </a:lnTo>
                    <a:lnTo>
                      <a:pt x="362" y="32336"/>
                    </a:lnTo>
                    <a:lnTo>
                      <a:pt x="181" y="33872"/>
                    </a:lnTo>
                    <a:lnTo>
                      <a:pt x="0" y="35407"/>
                    </a:lnTo>
                    <a:lnTo>
                      <a:pt x="0" y="36943"/>
                    </a:lnTo>
                    <a:lnTo>
                      <a:pt x="0" y="38388"/>
                    </a:lnTo>
                    <a:lnTo>
                      <a:pt x="181" y="39653"/>
                    </a:lnTo>
                    <a:lnTo>
                      <a:pt x="452" y="40917"/>
                    </a:lnTo>
                    <a:lnTo>
                      <a:pt x="904" y="42091"/>
                    </a:lnTo>
                    <a:lnTo>
                      <a:pt x="1355" y="43175"/>
                    </a:lnTo>
                    <a:lnTo>
                      <a:pt x="1988" y="44169"/>
                    </a:lnTo>
                    <a:lnTo>
                      <a:pt x="2710" y="44982"/>
                    </a:lnTo>
                    <a:lnTo>
                      <a:pt x="3523" y="45795"/>
                    </a:lnTo>
                    <a:lnTo>
                      <a:pt x="4426" y="46427"/>
                    </a:lnTo>
                    <a:lnTo>
                      <a:pt x="5420" y="47059"/>
                    </a:lnTo>
                    <a:lnTo>
                      <a:pt x="6413" y="47511"/>
                    </a:lnTo>
                    <a:lnTo>
                      <a:pt x="7497" y="47782"/>
                    </a:lnTo>
                    <a:lnTo>
                      <a:pt x="8671" y="48053"/>
                    </a:lnTo>
                    <a:lnTo>
                      <a:pt x="9846" y="48233"/>
                    </a:lnTo>
                    <a:lnTo>
                      <a:pt x="11110" y="48324"/>
                    </a:lnTo>
                    <a:lnTo>
                      <a:pt x="12375" y="48414"/>
                    </a:lnTo>
                    <a:lnTo>
                      <a:pt x="13729" y="48324"/>
                    </a:lnTo>
                    <a:lnTo>
                      <a:pt x="15175" y="48233"/>
                    </a:lnTo>
                    <a:lnTo>
                      <a:pt x="18065" y="47962"/>
                    </a:lnTo>
                    <a:lnTo>
                      <a:pt x="21046" y="47420"/>
                    </a:lnTo>
                    <a:lnTo>
                      <a:pt x="24026" y="46879"/>
                    </a:lnTo>
                    <a:lnTo>
                      <a:pt x="26646" y="46427"/>
                    </a:lnTo>
                    <a:lnTo>
                      <a:pt x="29084" y="46066"/>
                    </a:lnTo>
                    <a:lnTo>
                      <a:pt x="31342" y="45795"/>
                    </a:lnTo>
                    <a:lnTo>
                      <a:pt x="33330" y="45704"/>
                    </a:lnTo>
                    <a:lnTo>
                      <a:pt x="35136" y="45795"/>
                    </a:lnTo>
                    <a:lnTo>
                      <a:pt x="37213" y="46066"/>
                    </a:lnTo>
                    <a:lnTo>
                      <a:pt x="41910" y="46879"/>
                    </a:lnTo>
                    <a:lnTo>
                      <a:pt x="44800" y="47420"/>
                    </a:lnTo>
                    <a:lnTo>
                      <a:pt x="47691" y="47872"/>
                    </a:lnTo>
                    <a:lnTo>
                      <a:pt x="50671" y="48233"/>
                    </a:lnTo>
                    <a:lnTo>
                      <a:pt x="52117" y="48324"/>
                    </a:lnTo>
                    <a:lnTo>
                      <a:pt x="53471" y="48414"/>
                    </a:lnTo>
                    <a:lnTo>
                      <a:pt x="54917" y="48324"/>
                    </a:lnTo>
                    <a:lnTo>
                      <a:pt x="56271" y="48233"/>
                    </a:lnTo>
                    <a:lnTo>
                      <a:pt x="57536" y="48143"/>
                    </a:lnTo>
                    <a:lnTo>
                      <a:pt x="58801" y="47872"/>
                    </a:lnTo>
                    <a:lnTo>
                      <a:pt x="59975" y="47511"/>
                    </a:lnTo>
                    <a:lnTo>
                      <a:pt x="61149" y="47059"/>
                    </a:lnTo>
                    <a:lnTo>
                      <a:pt x="62142" y="46427"/>
                    </a:lnTo>
                    <a:lnTo>
                      <a:pt x="63136" y="45704"/>
                    </a:lnTo>
                    <a:lnTo>
                      <a:pt x="63949" y="44891"/>
                    </a:lnTo>
                    <a:lnTo>
                      <a:pt x="64671" y="44078"/>
                    </a:lnTo>
                    <a:lnTo>
                      <a:pt x="65304" y="43085"/>
                    </a:lnTo>
                    <a:lnTo>
                      <a:pt x="65846" y="42001"/>
                    </a:lnTo>
                    <a:lnTo>
                      <a:pt x="66207" y="40917"/>
                    </a:lnTo>
                    <a:lnTo>
                      <a:pt x="66478" y="39653"/>
                    </a:lnTo>
                    <a:lnTo>
                      <a:pt x="66659" y="38298"/>
                    </a:lnTo>
                    <a:lnTo>
                      <a:pt x="66749" y="36943"/>
                    </a:lnTo>
                    <a:lnTo>
                      <a:pt x="66659" y="35407"/>
                    </a:lnTo>
                    <a:lnTo>
                      <a:pt x="66568" y="33872"/>
                    </a:lnTo>
                    <a:lnTo>
                      <a:pt x="66388" y="32336"/>
                    </a:lnTo>
                    <a:lnTo>
                      <a:pt x="66026" y="30711"/>
                    </a:lnTo>
                    <a:lnTo>
                      <a:pt x="65755" y="29175"/>
                    </a:lnTo>
                    <a:lnTo>
                      <a:pt x="65304" y="27549"/>
                    </a:lnTo>
                    <a:lnTo>
                      <a:pt x="64762" y="26014"/>
                    </a:lnTo>
                    <a:lnTo>
                      <a:pt x="64220" y="24388"/>
                    </a:lnTo>
                    <a:lnTo>
                      <a:pt x="63497" y="22853"/>
                    </a:lnTo>
                    <a:lnTo>
                      <a:pt x="62775" y="21317"/>
                    </a:lnTo>
                    <a:lnTo>
                      <a:pt x="62052" y="19782"/>
                    </a:lnTo>
                    <a:lnTo>
                      <a:pt x="61149" y="18246"/>
                    </a:lnTo>
                    <a:lnTo>
                      <a:pt x="60246" y="16711"/>
                    </a:lnTo>
                    <a:lnTo>
                      <a:pt x="59252" y="15265"/>
                    </a:lnTo>
                    <a:lnTo>
                      <a:pt x="58259" y="13911"/>
                    </a:lnTo>
                    <a:lnTo>
                      <a:pt x="57175" y="12465"/>
                    </a:lnTo>
                    <a:lnTo>
                      <a:pt x="55820" y="11020"/>
                    </a:lnTo>
                    <a:lnTo>
                      <a:pt x="54555" y="9665"/>
                    </a:lnTo>
                    <a:lnTo>
                      <a:pt x="53201" y="8310"/>
                    </a:lnTo>
                    <a:lnTo>
                      <a:pt x="51846" y="7136"/>
                    </a:lnTo>
                    <a:lnTo>
                      <a:pt x="50401" y="6052"/>
                    </a:lnTo>
                    <a:lnTo>
                      <a:pt x="48955" y="4969"/>
                    </a:lnTo>
                    <a:lnTo>
                      <a:pt x="47510" y="4065"/>
                    </a:lnTo>
                    <a:lnTo>
                      <a:pt x="45975" y="3162"/>
                    </a:lnTo>
                    <a:lnTo>
                      <a:pt x="44439" y="2439"/>
                    </a:lnTo>
                    <a:lnTo>
                      <a:pt x="42904" y="1807"/>
                    </a:lnTo>
                    <a:lnTo>
                      <a:pt x="41368" y="1265"/>
                    </a:lnTo>
                    <a:lnTo>
                      <a:pt x="39742" y="814"/>
                    </a:lnTo>
                    <a:lnTo>
                      <a:pt x="38207" y="452"/>
                    </a:lnTo>
                    <a:lnTo>
                      <a:pt x="36581" y="181"/>
                    </a:lnTo>
                    <a:lnTo>
                      <a:pt x="349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2"/>
              <p:cNvSpPr/>
              <p:nvPr/>
            </p:nvSpPr>
            <p:spPr>
              <a:xfrm>
                <a:off x="4351900" y="3340725"/>
                <a:ext cx="654875" cy="896475"/>
              </a:xfrm>
              <a:custGeom>
                <a:avLst/>
                <a:gdLst/>
                <a:ahLst/>
                <a:cxnLst/>
                <a:rect l="l" t="t" r="r" b="b"/>
                <a:pathLst>
                  <a:path w="26195" h="35859" extrusionOk="0">
                    <a:moveTo>
                      <a:pt x="13098" y="0"/>
                    </a:moveTo>
                    <a:lnTo>
                      <a:pt x="11743" y="181"/>
                    </a:lnTo>
                    <a:lnTo>
                      <a:pt x="10388" y="452"/>
                    </a:lnTo>
                    <a:lnTo>
                      <a:pt x="9033" y="903"/>
                    </a:lnTo>
                    <a:lnTo>
                      <a:pt x="7859" y="1536"/>
                    </a:lnTo>
                    <a:lnTo>
                      <a:pt x="6595" y="2349"/>
                    </a:lnTo>
                    <a:lnTo>
                      <a:pt x="5511" y="3342"/>
                    </a:lnTo>
                    <a:lnTo>
                      <a:pt x="4427" y="4426"/>
                    </a:lnTo>
                    <a:lnTo>
                      <a:pt x="3433" y="5691"/>
                    </a:lnTo>
                    <a:lnTo>
                      <a:pt x="2711" y="7045"/>
                    </a:lnTo>
                    <a:lnTo>
                      <a:pt x="1988" y="8400"/>
                    </a:lnTo>
                    <a:lnTo>
                      <a:pt x="1356" y="9845"/>
                    </a:lnTo>
                    <a:lnTo>
                      <a:pt x="904" y="11381"/>
                    </a:lnTo>
                    <a:lnTo>
                      <a:pt x="543" y="12916"/>
                    </a:lnTo>
                    <a:lnTo>
                      <a:pt x="182" y="14542"/>
                    </a:lnTo>
                    <a:lnTo>
                      <a:pt x="91" y="16258"/>
                    </a:lnTo>
                    <a:lnTo>
                      <a:pt x="1" y="17975"/>
                    </a:lnTo>
                    <a:lnTo>
                      <a:pt x="91" y="19691"/>
                    </a:lnTo>
                    <a:lnTo>
                      <a:pt x="182" y="21316"/>
                    </a:lnTo>
                    <a:lnTo>
                      <a:pt x="543" y="22942"/>
                    </a:lnTo>
                    <a:lnTo>
                      <a:pt x="904" y="24568"/>
                    </a:lnTo>
                    <a:lnTo>
                      <a:pt x="1356" y="26104"/>
                    </a:lnTo>
                    <a:lnTo>
                      <a:pt x="1988" y="27549"/>
                    </a:lnTo>
                    <a:lnTo>
                      <a:pt x="2711" y="28904"/>
                    </a:lnTo>
                    <a:lnTo>
                      <a:pt x="3433" y="30168"/>
                    </a:lnTo>
                    <a:lnTo>
                      <a:pt x="4427" y="31523"/>
                    </a:lnTo>
                    <a:lnTo>
                      <a:pt x="5511" y="32607"/>
                    </a:lnTo>
                    <a:lnTo>
                      <a:pt x="6595" y="33600"/>
                    </a:lnTo>
                    <a:lnTo>
                      <a:pt x="7859" y="34413"/>
                    </a:lnTo>
                    <a:lnTo>
                      <a:pt x="9033" y="35046"/>
                    </a:lnTo>
                    <a:lnTo>
                      <a:pt x="10388" y="35497"/>
                    </a:lnTo>
                    <a:lnTo>
                      <a:pt x="11743" y="35768"/>
                    </a:lnTo>
                    <a:lnTo>
                      <a:pt x="13098" y="35859"/>
                    </a:lnTo>
                    <a:lnTo>
                      <a:pt x="14453" y="35768"/>
                    </a:lnTo>
                    <a:lnTo>
                      <a:pt x="15807" y="35497"/>
                    </a:lnTo>
                    <a:lnTo>
                      <a:pt x="17072" y="35046"/>
                    </a:lnTo>
                    <a:lnTo>
                      <a:pt x="18336" y="34413"/>
                    </a:lnTo>
                    <a:lnTo>
                      <a:pt x="19511" y="33600"/>
                    </a:lnTo>
                    <a:lnTo>
                      <a:pt x="20685" y="32607"/>
                    </a:lnTo>
                    <a:lnTo>
                      <a:pt x="21678" y="31523"/>
                    </a:lnTo>
                    <a:lnTo>
                      <a:pt x="22672" y="30168"/>
                    </a:lnTo>
                    <a:lnTo>
                      <a:pt x="23485" y="28904"/>
                    </a:lnTo>
                    <a:lnTo>
                      <a:pt x="24207" y="27549"/>
                    </a:lnTo>
                    <a:lnTo>
                      <a:pt x="24749" y="26104"/>
                    </a:lnTo>
                    <a:lnTo>
                      <a:pt x="25291" y="24568"/>
                    </a:lnTo>
                    <a:lnTo>
                      <a:pt x="25653" y="22942"/>
                    </a:lnTo>
                    <a:lnTo>
                      <a:pt x="25924" y="21316"/>
                    </a:lnTo>
                    <a:lnTo>
                      <a:pt x="26104" y="19691"/>
                    </a:lnTo>
                    <a:lnTo>
                      <a:pt x="26195" y="17975"/>
                    </a:lnTo>
                    <a:lnTo>
                      <a:pt x="26104" y="16258"/>
                    </a:lnTo>
                    <a:lnTo>
                      <a:pt x="25924" y="14542"/>
                    </a:lnTo>
                    <a:lnTo>
                      <a:pt x="25653" y="12916"/>
                    </a:lnTo>
                    <a:lnTo>
                      <a:pt x="25291" y="11381"/>
                    </a:lnTo>
                    <a:lnTo>
                      <a:pt x="24749" y="9845"/>
                    </a:lnTo>
                    <a:lnTo>
                      <a:pt x="24207" y="8400"/>
                    </a:lnTo>
                    <a:lnTo>
                      <a:pt x="23485" y="7045"/>
                    </a:lnTo>
                    <a:lnTo>
                      <a:pt x="22672" y="5691"/>
                    </a:lnTo>
                    <a:lnTo>
                      <a:pt x="21678" y="4426"/>
                    </a:lnTo>
                    <a:lnTo>
                      <a:pt x="20685" y="3342"/>
                    </a:lnTo>
                    <a:lnTo>
                      <a:pt x="19511" y="2349"/>
                    </a:lnTo>
                    <a:lnTo>
                      <a:pt x="18336" y="1536"/>
                    </a:lnTo>
                    <a:lnTo>
                      <a:pt x="17072" y="903"/>
                    </a:lnTo>
                    <a:lnTo>
                      <a:pt x="15807" y="452"/>
                    </a:lnTo>
                    <a:lnTo>
                      <a:pt x="14453" y="181"/>
                    </a:lnTo>
                    <a:lnTo>
                      <a:pt x="1309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2"/>
              <p:cNvSpPr/>
              <p:nvPr/>
            </p:nvSpPr>
            <p:spPr>
              <a:xfrm>
                <a:off x="3609000" y="3340725"/>
                <a:ext cx="654875" cy="896475"/>
              </a:xfrm>
              <a:custGeom>
                <a:avLst/>
                <a:gdLst/>
                <a:ahLst/>
                <a:cxnLst/>
                <a:rect l="l" t="t" r="r" b="b"/>
                <a:pathLst>
                  <a:path w="26195" h="35859" extrusionOk="0">
                    <a:moveTo>
                      <a:pt x="13098" y="0"/>
                    </a:moveTo>
                    <a:lnTo>
                      <a:pt x="11743" y="181"/>
                    </a:lnTo>
                    <a:lnTo>
                      <a:pt x="10388" y="452"/>
                    </a:lnTo>
                    <a:lnTo>
                      <a:pt x="9033" y="903"/>
                    </a:lnTo>
                    <a:lnTo>
                      <a:pt x="7859" y="1536"/>
                    </a:lnTo>
                    <a:lnTo>
                      <a:pt x="6594" y="2349"/>
                    </a:lnTo>
                    <a:lnTo>
                      <a:pt x="5510" y="3342"/>
                    </a:lnTo>
                    <a:lnTo>
                      <a:pt x="4427" y="4426"/>
                    </a:lnTo>
                    <a:lnTo>
                      <a:pt x="3433" y="5691"/>
                    </a:lnTo>
                    <a:lnTo>
                      <a:pt x="2710" y="7045"/>
                    </a:lnTo>
                    <a:lnTo>
                      <a:pt x="1988" y="8400"/>
                    </a:lnTo>
                    <a:lnTo>
                      <a:pt x="1356" y="9845"/>
                    </a:lnTo>
                    <a:lnTo>
                      <a:pt x="904" y="11381"/>
                    </a:lnTo>
                    <a:lnTo>
                      <a:pt x="452" y="12916"/>
                    </a:lnTo>
                    <a:lnTo>
                      <a:pt x="181" y="14542"/>
                    </a:lnTo>
                    <a:lnTo>
                      <a:pt x="1" y="16258"/>
                    </a:lnTo>
                    <a:lnTo>
                      <a:pt x="1" y="17975"/>
                    </a:lnTo>
                    <a:lnTo>
                      <a:pt x="1" y="19691"/>
                    </a:lnTo>
                    <a:lnTo>
                      <a:pt x="181" y="21316"/>
                    </a:lnTo>
                    <a:lnTo>
                      <a:pt x="452" y="22942"/>
                    </a:lnTo>
                    <a:lnTo>
                      <a:pt x="904" y="24568"/>
                    </a:lnTo>
                    <a:lnTo>
                      <a:pt x="1356" y="26104"/>
                    </a:lnTo>
                    <a:lnTo>
                      <a:pt x="1988" y="27549"/>
                    </a:lnTo>
                    <a:lnTo>
                      <a:pt x="2710" y="28904"/>
                    </a:lnTo>
                    <a:lnTo>
                      <a:pt x="3433" y="30168"/>
                    </a:lnTo>
                    <a:lnTo>
                      <a:pt x="4427" y="31523"/>
                    </a:lnTo>
                    <a:lnTo>
                      <a:pt x="5510" y="32607"/>
                    </a:lnTo>
                    <a:lnTo>
                      <a:pt x="6594" y="33600"/>
                    </a:lnTo>
                    <a:lnTo>
                      <a:pt x="7859" y="34413"/>
                    </a:lnTo>
                    <a:lnTo>
                      <a:pt x="9033" y="35046"/>
                    </a:lnTo>
                    <a:lnTo>
                      <a:pt x="10388" y="35497"/>
                    </a:lnTo>
                    <a:lnTo>
                      <a:pt x="11743" y="35768"/>
                    </a:lnTo>
                    <a:lnTo>
                      <a:pt x="13098" y="35859"/>
                    </a:lnTo>
                    <a:lnTo>
                      <a:pt x="14452" y="35768"/>
                    </a:lnTo>
                    <a:lnTo>
                      <a:pt x="15807" y="35497"/>
                    </a:lnTo>
                    <a:lnTo>
                      <a:pt x="17072" y="35046"/>
                    </a:lnTo>
                    <a:lnTo>
                      <a:pt x="18336" y="34413"/>
                    </a:lnTo>
                    <a:lnTo>
                      <a:pt x="19510" y="33600"/>
                    </a:lnTo>
                    <a:lnTo>
                      <a:pt x="20685" y="32607"/>
                    </a:lnTo>
                    <a:lnTo>
                      <a:pt x="21678" y="31523"/>
                    </a:lnTo>
                    <a:lnTo>
                      <a:pt x="22672" y="30168"/>
                    </a:lnTo>
                    <a:lnTo>
                      <a:pt x="23485" y="28904"/>
                    </a:lnTo>
                    <a:lnTo>
                      <a:pt x="24207" y="27549"/>
                    </a:lnTo>
                    <a:lnTo>
                      <a:pt x="24749" y="26104"/>
                    </a:lnTo>
                    <a:lnTo>
                      <a:pt x="25291" y="24568"/>
                    </a:lnTo>
                    <a:lnTo>
                      <a:pt x="25652" y="22942"/>
                    </a:lnTo>
                    <a:lnTo>
                      <a:pt x="25923" y="21316"/>
                    </a:lnTo>
                    <a:lnTo>
                      <a:pt x="26104" y="19691"/>
                    </a:lnTo>
                    <a:lnTo>
                      <a:pt x="26194" y="17975"/>
                    </a:lnTo>
                    <a:lnTo>
                      <a:pt x="26104" y="16258"/>
                    </a:lnTo>
                    <a:lnTo>
                      <a:pt x="25923" y="14542"/>
                    </a:lnTo>
                    <a:lnTo>
                      <a:pt x="25652" y="12916"/>
                    </a:lnTo>
                    <a:lnTo>
                      <a:pt x="25291" y="11381"/>
                    </a:lnTo>
                    <a:lnTo>
                      <a:pt x="24749" y="9845"/>
                    </a:lnTo>
                    <a:lnTo>
                      <a:pt x="24207" y="8400"/>
                    </a:lnTo>
                    <a:lnTo>
                      <a:pt x="23485" y="7045"/>
                    </a:lnTo>
                    <a:lnTo>
                      <a:pt x="22672" y="5691"/>
                    </a:lnTo>
                    <a:lnTo>
                      <a:pt x="21678" y="4426"/>
                    </a:lnTo>
                    <a:lnTo>
                      <a:pt x="20685" y="3342"/>
                    </a:lnTo>
                    <a:lnTo>
                      <a:pt x="19510" y="2349"/>
                    </a:lnTo>
                    <a:lnTo>
                      <a:pt x="18336" y="1536"/>
                    </a:lnTo>
                    <a:lnTo>
                      <a:pt x="17072" y="903"/>
                    </a:lnTo>
                    <a:lnTo>
                      <a:pt x="15807" y="452"/>
                    </a:lnTo>
                    <a:lnTo>
                      <a:pt x="14452" y="181"/>
                    </a:lnTo>
                    <a:lnTo>
                      <a:pt x="1309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2"/>
              <p:cNvSpPr/>
              <p:nvPr/>
            </p:nvSpPr>
            <p:spPr>
              <a:xfrm>
                <a:off x="4993200" y="4002325"/>
                <a:ext cx="555500" cy="672950"/>
              </a:xfrm>
              <a:custGeom>
                <a:avLst/>
                <a:gdLst/>
                <a:ahLst/>
                <a:cxnLst/>
                <a:rect l="l" t="t" r="r" b="b"/>
                <a:pathLst>
                  <a:path w="22220" h="26918" extrusionOk="0">
                    <a:moveTo>
                      <a:pt x="12104" y="1"/>
                    </a:moveTo>
                    <a:lnTo>
                      <a:pt x="11201" y="91"/>
                    </a:lnTo>
                    <a:lnTo>
                      <a:pt x="10207" y="272"/>
                    </a:lnTo>
                    <a:lnTo>
                      <a:pt x="9304" y="543"/>
                    </a:lnTo>
                    <a:lnTo>
                      <a:pt x="8401" y="904"/>
                    </a:lnTo>
                    <a:lnTo>
                      <a:pt x="7226" y="1536"/>
                    </a:lnTo>
                    <a:lnTo>
                      <a:pt x="6052" y="2349"/>
                    </a:lnTo>
                    <a:lnTo>
                      <a:pt x="4968" y="3343"/>
                    </a:lnTo>
                    <a:lnTo>
                      <a:pt x="3975" y="4427"/>
                    </a:lnTo>
                    <a:lnTo>
                      <a:pt x="3072" y="5601"/>
                    </a:lnTo>
                    <a:lnTo>
                      <a:pt x="2259" y="6865"/>
                    </a:lnTo>
                    <a:lnTo>
                      <a:pt x="1536" y="8220"/>
                    </a:lnTo>
                    <a:lnTo>
                      <a:pt x="994" y="9756"/>
                    </a:lnTo>
                    <a:lnTo>
                      <a:pt x="543" y="10930"/>
                    </a:lnTo>
                    <a:lnTo>
                      <a:pt x="272" y="12195"/>
                    </a:lnTo>
                    <a:lnTo>
                      <a:pt x="91" y="13459"/>
                    </a:lnTo>
                    <a:lnTo>
                      <a:pt x="1" y="14724"/>
                    </a:lnTo>
                    <a:lnTo>
                      <a:pt x="1" y="15988"/>
                    </a:lnTo>
                    <a:lnTo>
                      <a:pt x="91" y="17162"/>
                    </a:lnTo>
                    <a:lnTo>
                      <a:pt x="272" y="18337"/>
                    </a:lnTo>
                    <a:lnTo>
                      <a:pt x="543" y="19511"/>
                    </a:lnTo>
                    <a:lnTo>
                      <a:pt x="994" y="20775"/>
                    </a:lnTo>
                    <a:lnTo>
                      <a:pt x="1536" y="21859"/>
                    </a:lnTo>
                    <a:lnTo>
                      <a:pt x="2168" y="22853"/>
                    </a:lnTo>
                    <a:lnTo>
                      <a:pt x="2801" y="23846"/>
                    </a:lnTo>
                    <a:lnTo>
                      <a:pt x="3614" y="24659"/>
                    </a:lnTo>
                    <a:lnTo>
                      <a:pt x="4517" y="25382"/>
                    </a:lnTo>
                    <a:lnTo>
                      <a:pt x="5510" y="25924"/>
                    </a:lnTo>
                    <a:lnTo>
                      <a:pt x="6504" y="26375"/>
                    </a:lnTo>
                    <a:lnTo>
                      <a:pt x="7226" y="26646"/>
                    </a:lnTo>
                    <a:lnTo>
                      <a:pt x="8039" y="26827"/>
                    </a:lnTo>
                    <a:lnTo>
                      <a:pt x="8762" y="26917"/>
                    </a:lnTo>
                    <a:lnTo>
                      <a:pt x="10659" y="26917"/>
                    </a:lnTo>
                    <a:lnTo>
                      <a:pt x="11743" y="26737"/>
                    </a:lnTo>
                    <a:lnTo>
                      <a:pt x="12736" y="26375"/>
                    </a:lnTo>
                    <a:lnTo>
                      <a:pt x="13820" y="26014"/>
                    </a:lnTo>
                    <a:lnTo>
                      <a:pt x="14994" y="25291"/>
                    </a:lnTo>
                    <a:lnTo>
                      <a:pt x="16168" y="24479"/>
                    </a:lnTo>
                    <a:lnTo>
                      <a:pt x="17252" y="23575"/>
                    </a:lnTo>
                    <a:lnTo>
                      <a:pt x="18246" y="22491"/>
                    </a:lnTo>
                    <a:lnTo>
                      <a:pt x="19149" y="21317"/>
                    </a:lnTo>
                    <a:lnTo>
                      <a:pt x="19962" y="20053"/>
                    </a:lnTo>
                    <a:lnTo>
                      <a:pt x="20685" y="18698"/>
                    </a:lnTo>
                    <a:lnTo>
                      <a:pt x="21226" y="17162"/>
                    </a:lnTo>
                    <a:lnTo>
                      <a:pt x="21588" y="15988"/>
                    </a:lnTo>
                    <a:lnTo>
                      <a:pt x="21949" y="14724"/>
                    </a:lnTo>
                    <a:lnTo>
                      <a:pt x="22130" y="13459"/>
                    </a:lnTo>
                    <a:lnTo>
                      <a:pt x="22220" y="12195"/>
                    </a:lnTo>
                    <a:lnTo>
                      <a:pt x="22220" y="10930"/>
                    </a:lnTo>
                    <a:lnTo>
                      <a:pt x="22130" y="9756"/>
                    </a:lnTo>
                    <a:lnTo>
                      <a:pt x="21949" y="8491"/>
                    </a:lnTo>
                    <a:lnTo>
                      <a:pt x="21678" y="7407"/>
                    </a:lnTo>
                    <a:lnTo>
                      <a:pt x="21226" y="6143"/>
                    </a:lnTo>
                    <a:lnTo>
                      <a:pt x="20685" y="5059"/>
                    </a:lnTo>
                    <a:lnTo>
                      <a:pt x="20052" y="3975"/>
                    </a:lnTo>
                    <a:lnTo>
                      <a:pt x="19330" y="3072"/>
                    </a:lnTo>
                    <a:lnTo>
                      <a:pt x="18607" y="2259"/>
                    </a:lnTo>
                    <a:lnTo>
                      <a:pt x="17704" y="1536"/>
                    </a:lnTo>
                    <a:lnTo>
                      <a:pt x="16710" y="994"/>
                    </a:lnTo>
                    <a:lnTo>
                      <a:pt x="15717" y="543"/>
                    </a:lnTo>
                    <a:lnTo>
                      <a:pt x="14814" y="272"/>
                    </a:lnTo>
                    <a:lnTo>
                      <a:pt x="13910" y="91"/>
                    </a:lnTo>
                    <a:lnTo>
                      <a:pt x="130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2"/>
              <p:cNvSpPr/>
              <p:nvPr/>
            </p:nvSpPr>
            <p:spPr>
              <a:xfrm>
                <a:off x="3067075" y="4002325"/>
                <a:ext cx="555500" cy="672950"/>
              </a:xfrm>
              <a:custGeom>
                <a:avLst/>
                <a:gdLst/>
                <a:ahLst/>
                <a:cxnLst/>
                <a:rect l="l" t="t" r="r" b="b"/>
                <a:pathLst>
                  <a:path w="22220" h="26918" extrusionOk="0">
                    <a:moveTo>
                      <a:pt x="9123" y="1"/>
                    </a:moveTo>
                    <a:lnTo>
                      <a:pt x="8220" y="91"/>
                    </a:lnTo>
                    <a:lnTo>
                      <a:pt x="7316" y="272"/>
                    </a:lnTo>
                    <a:lnTo>
                      <a:pt x="6504" y="543"/>
                    </a:lnTo>
                    <a:lnTo>
                      <a:pt x="5420" y="994"/>
                    </a:lnTo>
                    <a:lnTo>
                      <a:pt x="4516" y="1536"/>
                    </a:lnTo>
                    <a:lnTo>
                      <a:pt x="3613" y="2259"/>
                    </a:lnTo>
                    <a:lnTo>
                      <a:pt x="2800" y="3072"/>
                    </a:lnTo>
                    <a:lnTo>
                      <a:pt x="2078" y="3975"/>
                    </a:lnTo>
                    <a:lnTo>
                      <a:pt x="1445" y="5059"/>
                    </a:lnTo>
                    <a:lnTo>
                      <a:pt x="994" y="6143"/>
                    </a:lnTo>
                    <a:lnTo>
                      <a:pt x="542" y="7407"/>
                    </a:lnTo>
                    <a:lnTo>
                      <a:pt x="271" y="8491"/>
                    </a:lnTo>
                    <a:lnTo>
                      <a:pt x="91" y="9756"/>
                    </a:lnTo>
                    <a:lnTo>
                      <a:pt x="0" y="10930"/>
                    </a:lnTo>
                    <a:lnTo>
                      <a:pt x="0" y="12195"/>
                    </a:lnTo>
                    <a:lnTo>
                      <a:pt x="91" y="13459"/>
                    </a:lnTo>
                    <a:lnTo>
                      <a:pt x="271" y="14724"/>
                    </a:lnTo>
                    <a:lnTo>
                      <a:pt x="542" y="15988"/>
                    </a:lnTo>
                    <a:lnTo>
                      <a:pt x="904" y="17162"/>
                    </a:lnTo>
                    <a:lnTo>
                      <a:pt x="1536" y="18698"/>
                    </a:lnTo>
                    <a:lnTo>
                      <a:pt x="2258" y="20053"/>
                    </a:lnTo>
                    <a:lnTo>
                      <a:pt x="3071" y="21317"/>
                    </a:lnTo>
                    <a:lnTo>
                      <a:pt x="3975" y="22491"/>
                    </a:lnTo>
                    <a:lnTo>
                      <a:pt x="4968" y="23575"/>
                    </a:lnTo>
                    <a:lnTo>
                      <a:pt x="6052" y="24479"/>
                    </a:lnTo>
                    <a:lnTo>
                      <a:pt x="7136" y="25291"/>
                    </a:lnTo>
                    <a:lnTo>
                      <a:pt x="8400" y="26014"/>
                    </a:lnTo>
                    <a:lnTo>
                      <a:pt x="9394" y="26375"/>
                    </a:lnTo>
                    <a:lnTo>
                      <a:pt x="10478" y="26737"/>
                    </a:lnTo>
                    <a:lnTo>
                      <a:pt x="11562" y="26917"/>
                    </a:lnTo>
                    <a:lnTo>
                      <a:pt x="13368" y="26917"/>
                    </a:lnTo>
                    <a:lnTo>
                      <a:pt x="14181" y="26827"/>
                    </a:lnTo>
                    <a:lnTo>
                      <a:pt x="14904" y="26646"/>
                    </a:lnTo>
                    <a:lnTo>
                      <a:pt x="15626" y="26375"/>
                    </a:lnTo>
                    <a:lnTo>
                      <a:pt x="16710" y="25924"/>
                    </a:lnTo>
                    <a:lnTo>
                      <a:pt x="17704" y="25382"/>
                    </a:lnTo>
                    <a:lnTo>
                      <a:pt x="18516" y="24659"/>
                    </a:lnTo>
                    <a:lnTo>
                      <a:pt x="19329" y="23846"/>
                    </a:lnTo>
                    <a:lnTo>
                      <a:pt x="20052" y="22853"/>
                    </a:lnTo>
                    <a:lnTo>
                      <a:pt x="20684" y="21859"/>
                    </a:lnTo>
                    <a:lnTo>
                      <a:pt x="21226" y="20775"/>
                    </a:lnTo>
                    <a:lnTo>
                      <a:pt x="21587" y="19511"/>
                    </a:lnTo>
                    <a:lnTo>
                      <a:pt x="21858" y="18337"/>
                    </a:lnTo>
                    <a:lnTo>
                      <a:pt x="22129" y="17162"/>
                    </a:lnTo>
                    <a:lnTo>
                      <a:pt x="22220" y="15988"/>
                    </a:lnTo>
                    <a:lnTo>
                      <a:pt x="22220" y="14724"/>
                    </a:lnTo>
                    <a:lnTo>
                      <a:pt x="22039" y="13459"/>
                    </a:lnTo>
                    <a:lnTo>
                      <a:pt x="21858" y="12195"/>
                    </a:lnTo>
                    <a:lnTo>
                      <a:pt x="21587" y="10930"/>
                    </a:lnTo>
                    <a:lnTo>
                      <a:pt x="21226" y="9756"/>
                    </a:lnTo>
                    <a:lnTo>
                      <a:pt x="20594" y="8220"/>
                    </a:lnTo>
                    <a:lnTo>
                      <a:pt x="19962" y="6865"/>
                    </a:lnTo>
                    <a:lnTo>
                      <a:pt x="19149" y="5601"/>
                    </a:lnTo>
                    <a:lnTo>
                      <a:pt x="18246" y="4427"/>
                    </a:lnTo>
                    <a:lnTo>
                      <a:pt x="17252" y="3343"/>
                    </a:lnTo>
                    <a:lnTo>
                      <a:pt x="16168" y="2349"/>
                    </a:lnTo>
                    <a:lnTo>
                      <a:pt x="14994" y="1536"/>
                    </a:lnTo>
                    <a:lnTo>
                      <a:pt x="13729" y="904"/>
                    </a:lnTo>
                    <a:lnTo>
                      <a:pt x="12826" y="543"/>
                    </a:lnTo>
                    <a:lnTo>
                      <a:pt x="11923" y="272"/>
                    </a:lnTo>
                    <a:lnTo>
                      <a:pt x="11020" y="91"/>
                    </a:lnTo>
                    <a:lnTo>
                      <a:pt x="101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32"/>
            <p:cNvGrpSpPr/>
            <p:nvPr/>
          </p:nvGrpSpPr>
          <p:grpSpPr>
            <a:xfrm>
              <a:off x="2108458" y="4347373"/>
              <a:ext cx="521638" cy="449019"/>
              <a:chOff x="3067075" y="3340725"/>
              <a:chExt cx="2481625" cy="2136150"/>
            </a:xfrm>
          </p:grpSpPr>
          <p:sp>
            <p:nvSpPr>
              <p:cNvPr id="394" name="Google Shape;394;p32"/>
              <p:cNvSpPr/>
              <p:nvPr/>
            </p:nvSpPr>
            <p:spPr>
              <a:xfrm>
                <a:off x="3473525" y="4266525"/>
                <a:ext cx="1668725" cy="1210350"/>
              </a:xfrm>
              <a:custGeom>
                <a:avLst/>
                <a:gdLst/>
                <a:ahLst/>
                <a:cxnLst/>
                <a:rect l="l" t="t" r="r" b="b"/>
                <a:pathLst>
                  <a:path w="66749" h="48414" extrusionOk="0">
                    <a:moveTo>
                      <a:pt x="31704" y="1"/>
                    </a:moveTo>
                    <a:lnTo>
                      <a:pt x="30078" y="181"/>
                    </a:lnTo>
                    <a:lnTo>
                      <a:pt x="28542" y="452"/>
                    </a:lnTo>
                    <a:lnTo>
                      <a:pt x="26917" y="814"/>
                    </a:lnTo>
                    <a:lnTo>
                      <a:pt x="25381" y="1265"/>
                    </a:lnTo>
                    <a:lnTo>
                      <a:pt x="23755" y="1807"/>
                    </a:lnTo>
                    <a:lnTo>
                      <a:pt x="22220" y="2439"/>
                    </a:lnTo>
                    <a:lnTo>
                      <a:pt x="20684" y="3162"/>
                    </a:lnTo>
                    <a:lnTo>
                      <a:pt x="19239" y="4065"/>
                    </a:lnTo>
                    <a:lnTo>
                      <a:pt x="17794" y="4969"/>
                    </a:lnTo>
                    <a:lnTo>
                      <a:pt x="16349" y="6052"/>
                    </a:lnTo>
                    <a:lnTo>
                      <a:pt x="14904" y="7136"/>
                    </a:lnTo>
                    <a:lnTo>
                      <a:pt x="13549" y="8310"/>
                    </a:lnTo>
                    <a:lnTo>
                      <a:pt x="12194" y="9665"/>
                    </a:lnTo>
                    <a:lnTo>
                      <a:pt x="10839" y="11020"/>
                    </a:lnTo>
                    <a:lnTo>
                      <a:pt x="9575" y="12465"/>
                    </a:lnTo>
                    <a:lnTo>
                      <a:pt x="8491" y="13911"/>
                    </a:lnTo>
                    <a:lnTo>
                      <a:pt x="7407" y="15265"/>
                    </a:lnTo>
                    <a:lnTo>
                      <a:pt x="6413" y="16711"/>
                    </a:lnTo>
                    <a:lnTo>
                      <a:pt x="5510" y="18246"/>
                    </a:lnTo>
                    <a:lnTo>
                      <a:pt x="4697" y="19782"/>
                    </a:lnTo>
                    <a:lnTo>
                      <a:pt x="3884" y="21317"/>
                    </a:lnTo>
                    <a:lnTo>
                      <a:pt x="3162" y="22853"/>
                    </a:lnTo>
                    <a:lnTo>
                      <a:pt x="2529" y="24388"/>
                    </a:lnTo>
                    <a:lnTo>
                      <a:pt x="1988" y="26014"/>
                    </a:lnTo>
                    <a:lnTo>
                      <a:pt x="1446" y="27549"/>
                    </a:lnTo>
                    <a:lnTo>
                      <a:pt x="994" y="29175"/>
                    </a:lnTo>
                    <a:lnTo>
                      <a:pt x="633" y="30711"/>
                    </a:lnTo>
                    <a:lnTo>
                      <a:pt x="362" y="32336"/>
                    </a:lnTo>
                    <a:lnTo>
                      <a:pt x="181" y="33872"/>
                    </a:lnTo>
                    <a:lnTo>
                      <a:pt x="0" y="35407"/>
                    </a:lnTo>
                    <a:lnTo>
                      <a:pt x="0" y="36943"/>
                    </a:lnTo>
                    <a:lnTo>
                      <a:pt x="0" y="38388"/>
                    </a:lnTo>
                    <a:lnTo>
                      <a:pt x="181" y="39653"/>
                    </a:lnTo>
                    <a:lnTo>
                      <a:pt x="452" y="40917"/>
                    </a:lnTo>
                    <a:lnTo>
                      <a:pt x="904" y="42091"/>
                    </a:lnTo>
                    <a:lnTo>
                      <a:pt x="1355" y="43175"/>
                    </a:lnTo>
                    <a:lnTo>
                      <a:pt x="1988" y="44169"/>
                    </a:lnTo>
                    <a:lnTo>
                      <a:pt x="2710" y="44982"/>
                    </a:lnTo>
                    <a:lnTo>
                      <a:pt x="3523" y="45795"/>
                    </a:lnTo>
                    <a:lnTo>
                      <a:pt x="4426" y="46427"/>
                    </a:lnTo>
                    <a:lnTo>
                      <a:pt x="5420" y="47059"/>
                    </a:lnTo>
                    <a:lnTo>
                      <a:pt x="6413" y="47511"/>
                    </a:lnTo>
                    <a:lnTo>
                      <a:pt x="7497" y="47782"/>
                    </a:lnTo>
                    <a:lnTo>
                      <a:pt x="8671" y="48053"/>
                    </a:lnTo>
                    <a:lnTo>
                      <a:pt x="9846" y="48233"/>
                    </a:lnTo>
                    <a:lnTo>
                      <a:pt x="11110" y="48324"/>
                    </a:lnTo>
                    <a:lnTo>
                      <a:pt x="12375" y="48414"/>
                    </a:lnTo>
                    <a:lnTo>
                      <a:pt x="13729" y="48324"/>
                    </a:lnTo>
                    <a:lnTo>
                      <a:pt x="15175" y="48233"/>
                    </a:lnTo>
                    <a:lnTo>
                      <a:pt x="18065" y="47962"/>
                    </a:lnTo>
                    <a:lnTo>
                      <a:pt x="21046" y="47420"/>
                    </a:lnTo>
                    <a:lnTo>
                      <a:pt x="24026" y="46879"/>
                    </a:lnTo>
                    <a:lnTo>
                      <a:pt x="26646" y="46427"/>
                    </a:lnTo>
                    <a:lnTo>
                      <a:pt x="29084" y="46066"/>
                    </a:lnTo>
                    <a:lnTo>
                      <a:pt x="31342" y="45795"/>
                    </a:lnTo>
                    <a:lnTo>
                      <a:pt x="33330" y="45704"/>
                    </a:lnTo>
                    <a:lnTo>
                      <a:pt x="35136" y="45795"/>
                    </a:lnTo>
                    <a:lnTo>
                      <a:pt x="37213" y="46066"/>
                    </a:lnTo>
                    <a:lnTo>
                      <a:pt x="41910" y="46879"/>
                    </a:lnTo>
                    <a:lnTo>
                      <a:pt x="44800" y="47420"/>
                    </a:lnTo>
                    <a:lnTo>
                      <a:pt x="47691" y="47872"/>
                    </a:lnTo>
                    <a:lnTo>
                      <a:pt x="50671" y="48233"/>
                    </a:lnTo>
                    <a:lnTo>
                      <a:pt x="52117" y="48324"/>
                    </a:lnTo>
                    <a:lnTo>
                      <a:pt x="53471" y="48414"/>
                    </a:lnTo>
                    <a:lnTo>
                      <a:pt x="54917" y="48324"/>
                    </a:lnTo>
                    <a:lnTo>
                      <a:pt x="56271" y="48233"/>
                    </a:lnTo>
                    <a:lnTo>
                      <a:pt x="57536" y="48143"/>
                    </a:lnTo>
                    <a:lnTo>
                      <a:pt x="58801" y="47872"/>
                    </a:lnTo>
                    <a:lnTo>
                      <a:pt x="59975" y="47511"/>
                    </a:lnTo>
                    <a:lnTo>
                      <a:pt x="61149" y="47059"/>
                    </a:lnTo>
                    <a:lnTo>
                      <a:pt x="62142" y="46427"/>
                    </a:lnTo>
                    <a:lnTo>
                      <a:pt x="63136" y="45704"/>
                    </a:lnTo>
                    <a:lnTo>
                      <a:pt x="63949" y="44891"/>
                    </a:lnTo>
                    <a:lnTo>
                      <a:pt x="64671" y="44078"/>
                    </a:lnTo>
                    <a:lnTo>
                      <a:pt x="65304" y="43085"/>
                    </a:lnTo>
                    <a:lnTo>
                      <a:pt x="65846" y="42001"/>
                    </a:lnTo>
                    <a:lnTo>
                      <a:pt x="66207" y="40917"/>
                    </a:lnTo>
                    <a:lnTo>
                      <a:pt x="66478" y="39653"/>
                    </a:lnTo>
                    <a:lnTo>
                      <a:pt x="66659" y="38298"/>
                    </a:lnTo>
                    <a:lnTo>
                      <a:pt x="66749" y="36943"/>
                    </a:lnTo>
                    <a:lnTo>
                      <a:pt x="66659" y="35407"/>
                    </a:lnTo>
                    <a:lnTo>
                      <a:pt x="66568" y="33872"/>
                    </a:lnTo>
                    <a:lnTo>
                      <a:pt x="66388" y="32336"/>
                    </a:lnTo>
                    <a:lnTo>
                      <a:pt x="66026" y="30711"/>
                    </a:lnTo>
                    <a:lnTo>
                      <a:pt x="65755" y="29175"/>
                    </a:lnTo>
                    <a:lnTo>
                      <a:pt x="65304" y="27549"/>
                    </a:lnTo>
                    <a:lnTo>
                      <a:pt x="64762" y="26014"/>
                    </a:lnTo>
                    <a:lnTo>
                      <a:pt x="64220" y="24388"/>
                    </a:lnTo>
                    <a:lnTo>
                      <a:pt x="63497" y="22853"/>
                    </a:lnTo>
                    <a:lnTo>
                      <a:pt x="62775" y="21317"/>
                    </a:lnTo>
                    <a:lnTo>
                      <a:pt x="62052" y="19782"/>
                    </a:lnTo>
                    <a:lnTo>
                      <a:pt x="61149" y="18246"/>
                    </a:lnTo>
                    <a:lnTo>
                      <a:pt x="60246" y="16711"/>
                    </a:lnTo>
                    <a:lnTo>
                      <a:pt x="59252" y="15265"/>
                    </a:lnTo>
                    <a:lnTo>
                      <a:pt x="58259" y="13911"/>
                    </a:lnTo>
                    <a:lnTo>
                      <a:pt x="57175" y="12465"/>
                    </a:lnTo>
                    <a:lnTo>
                      <a:pt x="55820" y="11020"/>
                    </a:lnTo>
                    <a:lnTo>
                      <a:pt x="54555" y="9665"/>
                    </a:lnTo>
                    <a:lnTo>
                      <a:pt x="53201" y="8310"/>
                    </a:lnTo>
                    <a:lnTo>
                      <a:pt x="51846" y="7136"/>
                    </a:lnTo>
                    <a:lnTo>
                      <a:pt x="50401" y="6052"/>
                    </a:lnTo>
                    <a:lnTo>
                      <a:pt x="48955" y="4969"/>
                    </a:lnTo>
                    <a:lnTo>
                      <a:pt x="47510" y="4065"/>
                    </a:lnTo>
                    <a:lnTo>
                      <a:pt x="45975" y="3162"/>
                    </a:lnTo>
                    <a:lnTo>
                      <a:pt x="44439" y="2439"/>
                    </a:lnTo>
                    <a:lnTo>
                      <a:pt x="42904" y="1807"/>
                    </a:lnTo>
                    <a:lnTo>
                      <a:pt x="41368" y="1265"/>
                    </a:lnTo>
                    <a:lnTo>
                      <a:pt x="39742" y="814"/>
                    </a:lnTo>
                    <a:lnTo>
                      <a:pt x="38207" y="452"/>
                    </a:lnTo>
                    <a:lnTo>
                      <a:pt x="36581" y="181"/>
                    </a:lnTo>
                    <a:lnTo>
                      <a:pt x="3495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2"/>
              <p:cNvSpPr/>
              <p:nvPr/>
            </p:nvSpPr>
            <p:spPr>
              <a:xfrm>
                <a:off x="4351900" y="3340725"/>
                <a:ext cx="654875" cy="896475"/>
              </a:xfrm>
              <a:custGeom>
                <a:avLst/>
                <a:gdLst/>
                <a:ahLst/>
                <a:cxnLst/>
                <a:rect l="l" t="t" r="r" b="b"/>
                <a:pathLst>
                  <a:path w="26195" h="35859" extrusionOk="0">
                    <a:moveTo>
                      <a:pt x="13098" y="0"/>
                    </a:moveTo>
                    <a:lnTo>
                      <a:pt x="11743" y="181"/>
                    </a:lnTo>
                    <a:lnTo>
                      <a:pt x="10388" y="452"/>
                    </a:lnTo>
                    <a:lnTo>
                      <a:pt x="9033" y="903"/>
                    </a:lnTo>
                    <a:lnTo>
                      <a:pt x="7859" y="1536"/>
                    </a:lnTo>
                    <a:lnTo>
                      <a:pt x="6595" y="2349"/>
                    </a:lnTo>
                    <a:lnTo>
                      <a:pt x="5511" y="3342"/>
                    </a:lnTo>
                    <a:lnTo>
                      <a:pt x="4427" y="4426"/>
                    </a:lnTo>
                    <a:lnTo>
                      <a:pt x="3433" y="5691"/>
                    </a:lnTo>
                    <a:lnTo>
                      <a:pt x="2711" y="7045"/>
                    </a:lnTo>
                    <a:lnTo>
                      <a:pt x="1988" y="8400"/>
                    </a:lnTo>
                    <a:lnTo>
                      <a:pt x="1356" y="9845"/>
                    </a:lnTo>
                    <a:lnTo>
                      <a:pt x="904" y="11381"/>
                    </a:lnTo>
                    <a:lnTo>
                      <a:pt x="543" y="12916"/>
                    </a:lnTo>
                    <a:lnTo>
                      <a:pt x="182" y="14542"/>
                    </a:lnTo>
                    <a:lnTo>
                      <a:pt x="91" y="16258"/>
                    </a:lnTo>
                    <a:lnTo>
                      <a:pt x="1" y="17975"/>
                    </a:lnTo>
                    <a:lnTo>
                      <a:pt x="91" y="19691"/>
                    </a:lnTo>
                    <a:lnTo>
                      <a:pt x="182" y="21316"/>
                    </a:lnTo>
                    <a:lnTo>
                      <a:pt x="543" y="22942"/>
                    </a:lnTo>
                    <a:lnTo>
                      <a:pt x="904" y="24568"/>
                    </a:lnTo>
                    <a:lnTo>
                      <a:pt x="1356" y="26104"/>
                    </a:lnTo>
                    <a:lnTo>
                      <a:pt x="1988" y="27549"/>
                    </a:lnTo>
                    <a:lnTo>
                      <a:pt x="2711" y="28904"/>
                    </a:lnTo>
                    <a:lnTo>
                      <a:pt x="3433" y="30168"/>
                    </a:lnTo>
                    <a:lnTo>
                      <a:pt x="4427" y="31523"/>
                    </a:lnTo>
                    <a:lnTo>
                      <a:pt x="5511" y="32607"/>
                    </a:lnTo>
                    <a:lnTo>
                      <a:pt x="6595" y="33600"/>
                    </a:lnTo>
                    <a:lnTo>
                      <a:pt x="7859" y="34413"/>
                    </a:lnTo>
                    <a:lnTo>
                      <a:pt x="9033" y="35046"/>
                    </a:lnTo>
                    <a:lnTo>
                      <a:pt x="10388" y="35497"/>
                    </a:lnTo>
                    <a:lnTo>
                      <a:pt x="11743" y="35768"/>
                    </a:lnTo>
                    <a:lnTo>
                      <a:pt x="13098" y="35859"/>
                    </a:lnTo>
                    <a:lnTo>
                      <a:pt x="14453" y="35768"/>
                    </a:lnTo>
                    <a:lnTo>
                      <a:pt x="15807" y="35497"/>
                    </a:lnTo>
                    <a:lnTo>
                      <a:pt x="17072" y="35046"/>
                    </a:lnTo>
                    <a:lnTo>
                      <a:pt x="18336" y="34413"/>
                    </a:lnTo>
                    <a:lnTo>
                      <a:pt x="19511" y="33600"/>
                    </a:lnTo>
                    <a:lnTo>
                      <a:pt x="20685" y="32607"/>
                    </a:lnTo>
                    <a:lnTo>
                      <a:pt x="21678" y="31523"/>
                    </a:lnTo>
                    <a:lnTo>
                      <a:pt x="22672" y="30168"/>
                    </a:lnTo>
                    <a:lnTo>
                      <a:pt x="23485" y="28904"/>
                    </a:lnTo>
                    <a:lnTo>
                      <a:pt x="24207" y="27549"/>
                    </a:lnTo>
                    <a:lnTo>
                      <a:pt x="24749" y="26104"/>
                    </a:lnTo>
                    <a:lnTo>
                      <a:pt x="25291" y="24568"/>
                    </a:lnTo>
                    <a:lnTo>
                      <a:pt x="25653" y="22942"/>
                    </a:lnTo>
                    <a:lnTo>
                      <a:pt x="25924" y="21316"/>
                    </a:lnTo>
                    <a:lnTo>
                      <a:pt x="26104" y="19691"/>
                    </a:lnTo>
                    <a:lnTo>
                      <a:pt x="26195" y="17975"/>
                    </a:lnTo>
                    <a:lnTo>
                      <a:pt x="26104" y="16258"/>
                    </a:lnTo>
                    <a:lnTo>
                      <a:pt x="25924" y="14542"/>
                    </a:lnTo>
                    <a:lnTo>
                      <a:pt x="25653" y="12916"/>
                    </a:lnTo>
                    <a:lnTo>
                      <a:pt x="25291" y="11381"/>
                    </a:lnTo>
                    <a:lnTo>
                      <a:pt x="24749" y="9845"/>
                    </a:lnTo>
                    <a:lnTo>
                      <a:pt x="24207" y="8400"/>
                    </a:lnTo>
                    <a:lnTo>
                      <a:pt x="23485" y="7045"/>
                    </a:lnTo>
                    <a:lnTo>
                      <a:pt x="22672" y="5691"/>
                    </a:lnTo>
                    <a:lnTo>
                      <a:pt x="21678" y="4426"/>
                    </a:lnTo>
                    <a:lnTo>
                      <a:pt x="20685" y="3342"/>
                    </a:lnTo>
                    <a:lnTo>
                      <a:pt x="19511" y="2349"/>
                    </a:lnTo>
                    <a:lnTo>
                      <a:pt x="18336" y="1536"/>
                    </a:lnTo>
                    <a:lnTo>
                      <a:pt x="17072" y="903"/>
                    </a:lnTo>
                    <a:lnTo>
                      <a:pt x="15807" y="452"/>
                    </a:lnTo>
                    <a:lnTo>
                      <a:pt x="14453" y="181"/>
                    </a:lnTo>
                    <a:lnTo>
                      <a:pt x="1309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2"/>
              <p:cNvSpPr/>
              <p:nvPr/>
            </p:nvSpPr>
            <p:spPr>
              <a:xfrm>
                <a:off x="3609000" y="3340725"/>
                <a:ext cx="654875" cy="896475"/>
              </a:xfrm>
              <a:custGeom>
                <a:avLst/>
                <a:gdLst/>
                <a:ahLst/>
                <a:cxnLst/>
                <a:rect l="l" t="t" r="r" b="b"/>
                <a:pathLst>
                  <a:path w="26195" h="35859" extrusionOk="0">
                    <a:moveTo>
                      <a:pt x="13098" y="0"/>
                    </a:moveTo>
                    <a:lnTo>
                      <a:pt x="11743" y="181"/>
                    </a:lnTo>
                    <a:lnTo>
                      <a:pt x="10388" y="452"/>
                    </a:lnTo>
                    <a:lnTo>
                      <a:pt x="9033" y="903"/>
                    </a:lnTo>
                    <a:lnTo>
                      <a:pt x="7859" y="1536"/>
                    </a:lnTo>
                    <a:lnTo>
                      <a:pt x="6594" y="2349"/>
                    </a:lnTo>
                    <a:lnTo>
                      <a:pt x="5510" y="3342"/>
                    </a:lnTo>
                    <a:lnTo>
                      <a:pt x="4427" y="4426"/>
                    </a:lnTo>
                    <a:lnTo>
                      <a:pt x="3433" y="5691"/>
                    </a:lnTo>
                    <a:lnTo>
                      <a:pt x="2710" y="7045"/>
                    </a:lnTo>
                    <a:lnTo>
                      <a:pt x="1988" y="8400"/>
                    </a:lnTo>
                    <a:lnTo>
                      <a:pt x="1356" y="9845"/>
                    </a:lnTo>
                    <a:lnTo>
                      <a:pt x="904" y="11381"/>
                    </a:lnTo>
                    <a:lnTo>
                      <a:pt x="452" y="12916"/>
                    </a:lnTo>
                    <a:lnTo>
                      <a:pt x="181" y="14542"/>
                    </a:lnTo>
                    <a:lnTo>
                      <a:pt x="1" y="16258"/>
                    </a:lnTo>
                    <a:lnTo>
                      <a:pt x="1" y="17975"/>
                    </a:lnTo>
                    <a:lnTo>
                      <a:pt x="1" y="19691"/>
                    </a:lnTo>
                    <a:lnTo>
                      <a:pt x="181" y="21316"/>
                    </a:lnTo>
                    <a:lnTo>
                      <a:pt x="452" y="22942"/>
                    </a:lnTo>
                    <a:lnTo>
                      <a:pt x="904" y="24568"/>
                    </a:lnTo>
                    <a:lnTo>
                      <a:pt x="1356" y="26104"/>
                    </a:lnTo>
                    <a:lnTo>
                      <a:pt x="1988" y="27549"/>
                    </a:lnTo>
                    <a:lnTo>
                      <a:pt x="2710" y="28904"/>
                    </a:lnTo>
                    <a:lnTo>
                      <a:pt x="3433" y="30168"/>
                    </a:lnTo>
                    <a:lnTo>
                      <a:pt x="4427" y="31523"/>
                    </a:lnTo>
                    <a:lnTo>
                      <a:pt x="5510" y="32607"/>
                    </a:lnTo>
                    <a:lnTo>
                      <a:pt x="6594" y="33600"/>
                    </a:lnTo>
                    <a:lnTo>
                      <a:pt x="7859" y="34413"/>
                    </a:lnTo>
                    <a:lnTo>
                      <a:pt x="9033" y="35046"/>
                    </a:lnTo>
                    <a:lnTo>
                      <a:pt x="10388" y="35497"/>
                    </a:lnTo>
                    <a:lnTo>
                      <a:pt x="11743" y="35768"/>
                    </a:lnTo>
                    <a:lnTo>
                      <a:pt x="13098" y="35859"/>
                    </a:lnTo>
                    <a:lnTo>
                      <a:pt x="14452" y="35768"/>
                    </a:lnTo>
                    <a:lnTo>
                      <a:pt x="15807" y="35497"/>
                    </a:lnTo>
                    <a:lnTo>
                      <a:pt x="17072" y="35046"/>
                    </a:lnTo>
                    <a:lnTo>
                      <a:pt x="18336" y="34413"/>
                    </a:lnTo>
                    <a:lnTo>
                      <a:pt x="19510" y="33600"/>
                    </a:lnTo>
                    <a:lnTo>
                      <a:pt x="20685" y="32607"/>
                    </a:lnTo>
                    <a:lnTo>
                      <a:pt x="21678" y="31523"/>
                    </a:lnTo>
                    <a:lnTo>
                      <a:pt x="22672" y="30168"/>
                    </a:lnTo>
                    <a:lnTo>
                      <a:pt x="23485" y="28904"/>
                    </a:lnTo>
                    <a:lnTo>
                      <a:pt x="24207" y="27549"/>
                    </a:lnTo>
                    <a:lnTo>
                      <a:pt x="24749" y="26104"/>
                    </a:lnTo>
                    <a:lnTo>
                      <a:pt x="25291" y="24568"/>
                    </a:lnTo>
                    <a:lnTo>
                      <a:pt x="25652" y="22942"/>
                    </a:lnTo>
                    <a:lnTo>
                      <a:pt x="25923" y="21316"/>
                    </a:lnTo>
                    <a:lnTo>
                      <a:pt x="26104" y="19691"/>
                    </a:lnTo>
                    <a:lnTo>
                      <a:pt x="26194" y="17975"/>
                    </a:lnTo>
                    <a:lnTo>
                      <a:pt x="26104" y="16258"/>
                    </a:lnTo>
                    <a:lnTo>
                      <a:pt x="25923" y="14542"/>
                    </a:lnTo>
                    <a:lnTo>
                      <a:pt x="25652" y="12916"/>
                    </a:lnTo>
                    <a:lnTo>
                      <a:pt x="25291" y="11381"/>
                    </a:lnTo>
                    <a:lnTo>
                      <a:pt x="24749" y="9845"/>
                    </a:lnTo>
                    <a:lnTo>
                      <a:pt x="24207" y="8400"/>
                    </a:lnTo>
                    <a:lnTo>
                      <a:pt x="23485" y="7045"/>
                    </a:lnTo>
                    <a:lnTo>
                      <a:pt x="22672" y="5691"/>
                    </a:lnTo>
                    <a:lnTo>
                      <a:pt x="21678" y="4426"/>
                    </a:lnTo>
                    <a:lnTo>
                      <a:pt x="20685" y="3342"/>
                    </a:lnTo>
                    <a:lnTo>
                      <a:pt x="19510" y="2349"/>
                    </a:lnTo>
                    <a:lnTo>
                      <a:pt x="18336" y="1536"/>
                    </a:lnTo>
                    <a:lnTo>
                      <a:pt x="17072" y="903"/>
                    </a:lnTo>
                    <a:lnTo>
                      <a:pt x="15807" y="452"/>
                    </a:lnTo>
                    <a:lnTo>
                      <a:pt x="14452" y="181"/>
                    </a:lnTo>
                    <a:lnTo>
                      <a:pt x="1309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2"/>
              <p:cNvSpPr/>
              <p:nvPr/>
            </p:nvSpPr>
            <p:spPr>
              <a:xfrm>
                <a:off x="4993200" y="4002325"/>
                <a:ext cx="555500" cy="672950"/>
              </a:xfrm>
              <a:custGeom>
                <a:avLst/>
                <a:gdLst/>
                <a:ahLst/>
                <a:cxnLst/>
                <a:rect l="l" t="t" r="r" b="b"/>
                <a:pathLst>
                  <a:path w="22220" h="26918" extrusionOk="0">
                    <a:moveTo>
                      <a:pt x="12104" y="1"/>
                    </a:moveTo>
                    <a:lnTo>
                      <a:pt x="11201" y="91"/>
                    </a:lnTo>
                    <a:lnTo>
                      <a:pt x="10207" y="272"/>
                    </a:lnTo>
                    <a:lnTo>
                      <a:pt x="9304" y="543"/>
                    </a:lnTo>
                    <a:lnTo>
                      <a:pt x="8401" y="904"/>
                    </a:lnTo>
                    <a:lnTo>
                      <a:pt x="7226" y="1536"/>
                    </a:lnTo>
                    <a:lnTo>
                      <a:pt x="6052" y="2349"/>
                    </a:lnTo>
                    <a:lnTo>
                      <a:pt x="4968" y="3343"/>
                    </a:lnTo>
                    <a:lnTo>
                      <a:pt x="3975" y="4427"/>
                    </a:lnTo>
                    <a:lnTo>
                      <a:pt x="3072" y="5601"/>
                    </a:lnTo>
                    <a:lnTo>
                      <a:pt x="2259" y="6865"/>
                    </a:lnTo>
                    <a:lnTo>
                      <a:pt x="1536" y="8220"/>
                    </a:lnTo>
                    <a:lnTo>
                      <a:pt x="994" y="9756"/>
                    </a:lnTo>
                    <a:lnTo>
                      <a:pt x="543" y="10930"/>
                    </a:lnTo>
                    <a:lnTo>
                      <a:pt x="272" y="12195"/>
                    </a:lnTo>
                    <a:lnTo>
                      <a:pt x="91" y="13459"/>
                    </a:lnTo>
                    <a:lnTo>
                      <a:pt x="1" y="14724"/>
                    </a:lnTo>
                    <a:lnTo>
                      <a:pt x="1" y="15988"/>
                    </a:lnTo>
                    <a:lnTo>
                      <a:pt x="91" y="17162"/>
                    </a:lnTo>
                    <a:lnTo>
                      <a:pt x="272" y="18337"/>
                    </a:lnTo>
                    <a:lnTo>
                      <a:pt x="543" y="19511"/>
                    </a:lnTo>
                    <a:lnTo>
                      <a:pt x="994" y="20775"/>
                    </a:lnTo>
                    <a:lnTo>
                      <a:pt x="1536" y="21859"/>
                    </a:lnTo>
                    <a:lnTo>
                      <a:pt x="2168" y="22853"/>
                    </a:lnTo>
                    <a:lnTo>
                      <a:pt x="2801" y="23846"/>
                    </a:lnTo>
                    <a:lnTo>
                      <a:pt x="3614" y="24659"/>
                    </a:lnTo>
                    <a:lnTo>
                      <a:pt x="4517" y="25382"/>
                    </a:lnTo>
                    <a:lnTo>
                      <a:pt x="5510" y="25924"/>
                    </a:lnTo>
                    <a:lnTo>
                      <a:pt x="6504" y="26375"/>
                    </a:lnTo>
                    <a:lnTo>
                      <a:pt x="7226" y="26646"/>
                    </a:lnTo>
                    <a:lnTo>
                      <a:pt x="8039" y="26827"/>
                    </a:lnTo>
                    <a:lnTo>
                      <a:pt x="8762" y="26917"/>
                    </a:lnTo>
                    <a:lnTo>
                      <a:pt x="10659" y="26917"/>
                    </a:lnTo>
                    <a:lnTo>
                      <a:pt x="11743" y="26737"/>
                    </a:lnTo>
                    <a:lnTo>
                      <a:pt x="12736" y="26375"/>
                    </a:lnTo>
                    <a:lnTo>
                      <a:pt x="13820" y="26014"/>
                    </a:lnTo>
                    <a:lnTo>
                      <a:pt x="14994" y="25291"/>
                    </a:lnTo>
                    <a:lnTo>
                      <a:pt x="16168" y="24479"/>
                    </a:lnTo>
                    <a:lnTo>
                      <a:pt x="17252" y="23575"/>
                    </a:lnTo>
                    <a:lnTo>
                      <a:pt x="18246" y="22491"/>
                    </a:lnTo>
                    <a:lnTo>
                      <a:pt x="19149" y="21317"/>
                    </a:lnTo>
                    <a:lnTo>
                      <a:pt x="19962" y="20053"/>
                    </a:lnTo>
                    <a:lnTo>
                      <a:pt x="20685" y="18698"/>
                    </a:lnTo>
                    <a:lnTo>
                      <a:pt x="21226" y="17162"/>
                    </a:lnTo>
                    <a:lnTo>
                      <a:pt x="21588" y="15988"/>
                    </a:lnTo>
                    <a:lnTo>
                      <a:pt x="21949" y="14724"/>
                    </a:lnTo>
                    <a:lnTo>
                      <a:pt x="22130" y="13459"/>
                    </a:lnTo>
                    <a:lnTo>
                      <a:pt x="22220" y="12195"/>
                    </a:lnTo>
                    <a:lnTo>
                      <a:pt x="22220" y="10930"/>
                    </a:lnTo>
                    <a:lnTo>
                      <a:pt x="22130" y="9756"/>
                    </a:lnTo>
                    <a:lnTo>
                      <a:pt x="21949" y="8491"/>
                    </a:lnTo>
                    <a:lnTo>
                      <a:pt x="21678" y="7407"/>
                    </a:lnTo>
                    <a:lnTo>
                      <a:pt x="21226" y="6143"/>
                    </a:lnTo>
                    <a:lnTo>
                      <a:pt x="20685" y="5059"/>
                    </a:lnTo>
                    <a:lnTo>
                      <a:pt x="20052" y="3975"/>
                    </a:lnTo>
                    <a:lnTo>
                      <a:pt x="19330" y="3072"/>
                    </a:lnTo>
                    <a:lnTo>
                      <a:pt x="18607" y="2259"/>
                    </a:lnTo>
                    <a:lnTo>
                      <a:pt x="17704" y="1536"/>
                    </a:lnTo>
                    <a:lnTo>
                      <a:pt x="16710" y="994"/>
                    </a:lnTo>
                    <a:lnTo>
                      <a:pt x="15717" y="543"/>
                    </a:lnTo>
                    <a:lnTo>
                      <a:pt x="14814" y="272"/>
                    </a:lnTo>
                    <a:lnTo>
                      <a:pt x="13910" y="91"/>
                    </a:lnTo>
                    <a:lnTo>
                      <a:pt x="13007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2"/>
              <p:cNvSpPr/>
              <p:nvPr/>
            </p:nvSpPr>
            <p:spPr>
              <a:xfrm>
                <a:off x="3067075" y="4002325"/>
                <a:ext cx="555500" cy="672950"/>
              </a:xfrm>
              <a:custGeom>
                <a:avLst/>
                <a:gdLst/>
                <a:ahLst/>
                <a:cxnLst/>
                <a:rect l="l" t="t" r="r" b="b"/>
                <a:pathLst>
                  <a:path w="22220" h="26918" extrusionOk="0">
                    <a:moveTo>
                      <a:pt x="9123" y="1"/>
                    </a:moveTo>
                    <a:lnTo>
                      <a:pt x="8220" y="91"/>
                    </a:lnTo>
                    <a:lnTo>
                      <a:pt x="7316" y="272"/>
                    </a:lnTo>
                    <a:lnTo>
                      <a:pt x="6504" y="543"/>
                    </a:lnTo>
                    <a:lnTo>
                      <a:pt x="5420" y="994"/>
                    </a:lnTo>
                    <a:lnTo>
                      <a:pt x="4516" y="1536"/>
                    </a:lnTo>
                    <a:lnTo>
                      <a:pt x="3613" y="2259"/>
                    </a:lnTo>
                    <a:lnTo>
                      <a:pt x="2800" y="3072"/>
                    </a:lnTo>
                    <a:lnTo>
                      <a:pt x="2078" y="3975"/>
                    </a:lnTo>
                    <a:lnTo>
                      <a:pt x="1445" y="5059"/>
                    </a:lnTo>
                    <a:lnTo>
                      <a:pt x="994" y="6143"/>
                    </a:lnTo>
                    <a:lnTo>
                      <a:pt x="542" y="7407"/>
                    </a:lnTo>
                    <a:lnTo>
                      <a:pt x="271" y="8491"/>
                    </a:lnTo>
                    <a:lnTo>
                      <a:pt x="91" y="9756"/>
                    </a:lnTo>
                    <a:lnTo>
                      <a:pt x="0" y="10930"/>
                    </a:lnTo>
                    <a:lnTo>
                      <a:pt x="0" y="12195"/>
                    </a:lnTo>
                    <a:lnTo>
                      <a:pt x="91" y="13459"/>
                    </a:lnTo>
                    <a:lnTo>
                      <a:pt x="271" y="14724"/>
                    </a:lnTo>
                    <a:lnTo>
                      <a:pt x="542" y="15988"/>
                    </a:lnTo>
                    <a:lnTo>
                      <a:pt x="904" y="17162"/>
                    </a:lnTo>
                    <a:lnTo>
                      <a:pt x="1536" y="18698"/>
                    </a:lnTo>
                    <a:lnTo>
                      <a:pt x="2258" y="20053"/>
                    </a:lnTo>
                    <a:lnTo>
                      <a:pt x="3071" y="21317"/>
                    </a:lnTo>
                    <a:lnTo>
                      <a:pt x="3975" y="22491"/>
                    </a:lnTo>
                    <a:lnTo>
                      <a:pt x="4968" y="23575"/>
                    </a:lnTo>
                    <a:lnTo>
                      <a:pt x="6052" y="24479"/>
                    </a:lnTo>
                    <a:lnTo>
                      <a:pt x="7136" y="25291"/>
                    </a:lnTo>
                    <a:lnTo>
                      <a:pt x="8400" y="26014"/>
                    </a:lnTo>
                    <a:lnTo>
                      <a:pt x="9394" y="26375"/>
                    </a:lnTo>
                    <a:lnTo>
                      <a:pt x="10478" y="26737"/>
                    </a:lnTo>
                    <a:lnTo>
                      <a:pt x="11562" y="26917"/>
                    </a:lnTo>
                    <a:lnTo>
                      <a:pt x="13368" y="26917"/>
                    </a:lnTo>
                    <a:lnTo>
                      <a:pt x="14181" y="26827"/>
                    </a:lnTo>
                    <a:lnTo>
                      <a:pt x="14904" y="26646"/>
                    </a:lnTo>
                    <a:lnTo>
                      <a:pt x="15626" y="26375"/>
                    </a:lnTo>
                    <a:lnTo>
                      <a:pt x="16710" y="25924"/>
                    </a:lnTo>
                    <a:lnTo>
                      <a:pt x="17704" y="25382"/>
                    </a:lnTo>
                    <a:lnTo>
                      <a:pt x="18516" y="24659"/>
                    </a:lnTo>
                    <a:lnTo>
                      <a:pt x="19329" y="23846"/>
                    </a:lnTo>
                    <a:lnTo>
                      <a:pt x="20052" y="22853"/>
                    </a:lnTo>
                    <a:lnTo>
                      <a:pt x="20684" y="21859"/>
                    </a:lnTo>
                    <a:lnTo>
                      <a:pt x="21226" y="20775"/>
                    </a:lnTo>
                    <a:lnTo>
                      <a:pt x="21587" y="19511"/>
                    </a:lnTo>
                    <a:lnTo>
                      <a:pt x="21858" y="18337"/>
                    </a:lnTo>
                    <a:lnTo>
                      <a:pt x="22129" y="17162"/>
                    </a:lnTo>
                    <a:lnTo>
                      <a:pt x="22220" y="15988"/>
                    </a:lnTo>
                    <a:lnTo>
                      <a:pt x="22220" y="14724"/>
                    </a:lnTo>
                    <a:lnTo>
                      <a:pt x="22039" y="13459"/>
                    </a:lnTo>
                    <a:lnTo>
                      <a:pt x="21858" y="12195"/>
                    </a:lnTo>
                    <a:lnTo>
                      <a:pt x="21587" y="10930"/>
                    </a:lnTo>
                    <a:lnTo>
                      <a:pt x="21226" y="9756"/>
                    </a:lnTo>
                    <a:lnTo>
                      <a:pt x="20594" y="8220"/>
                    </a:lnTo>
                    <a:lnTo>
                      <a:pt x="19962" y="6865"/>
                    </a:lnTo>
                    <a:lnTo>
                      <a:pt x="19149" y="5601"/>
                    </a:lnTo>
                    <a:lnTo>
                      <a:pt x="18246" y="4427"/>
                    </a:lnTo>
                    <a:lnTo>
                      <a:pt x="17252" y="3343"/>
                    </a:lnTo>
                    <a:lnTo>
                      <a:pt x="16168" y="2349"/>
                    </a:lnTo>
                    <a:lnTo>
                      <a:pt x="14994" y="1536"/>
                    </a:lnTo>
                    <a:lnTo>
                      <a:pt x="13729" y="904"/>
                    </a:lnTo>
                    <a:lnTo>
                      <a:pt x="12826" y="543"/>
                    </a:lnTo>
                    <a:lnTo>
                      <a:pt x="11923" y="272"/>
                    </a:lnTo>
                    <a:lnTo>
                      <a:pt x="11020" y="91"/>
                    </a:lnTo>
                    <a:lnTo>
                      <a:pt x="1011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9" name="Google Shape;399;p32"/>
            <p:cNvGrpSpPr/>
            <p:nvPr/>
          </p:nvGrpSpPr>
          <p:grpSpPr>
            <a:xfrm>
              <a:off x="720008" y="4347373"/>
              <a:ext cx="521638" cy="449019"/>
              <a:chOff x="3067075" y="3340725"/>
              <a:chExt cx="2481625" cy="2136150"/>
            </a:xfrm>
          </p:grpSpPr>
          <p:sp>
            <p:nvSpPr>
              <p:cNvPr id="400" name="Google Shape;400;p32"/>
              <p:cNvSpPr/>
              <p:nvPr/>
            </p:nvSpPr>
            <p:spPr>
              <a:xfrm>
                <a:off x="3473525" y="4266525"/>
                <a:ext cx="1668725" cy="1210350"/>
              </a:xfrm>
              <a:custGeom>
                <a:avLst/>
                <a:gdLst/>
                <a:ahLst/>
                <a:cxnLst/>
                <a:rect l="l" t="t" r="r" b="b"/>
                <a:pathLst>
                  <a:path w="66749" h="48414" extrusionOk="0">
                    <a:moveTo>
                      <a:pt x="31704" y="1"/>
                    </a:moveTo>
                    <a:lnTo>
                      <a:pt x="30078" y="181"/>
                    </a:lnTo>
                    <a:lnTo>
                      <a:pt x="28542" y="452"/>
                    </a:lnTo>
                    <a:lnTo>
                      <a:pt x="26917" y="814"/>
                    </a:lnTo>
                    <a:lnTo>
                      <a:pt x="25381" y="1265"/>
                    </a:lnTo>
                    <a:lnTo>
                      <a:pt x="23755" y="1807"/>
                    </a:lnTo>
                    <a:lnTo>
                      <a:pt x="22220" y="2439"/>
                    </a:lnTo>
                    <a:lnTo>
                      <a:pt x="20684" y="3162"/>
                    </a:lnTo>
                    <a:lnTo>
                      <a:pt x="19239" y="4065"/>
                    </a:lnTo>
                    <a:lnTo>
                      <a:pt x="17794" y="4969"/>
                    </a:lnTo>
                    <a:lnTo>
                      <a:pt x="16349" y="6052"/>
                    </a:lnTo>
                    <a:lnTo>
                      <a:pt x="14904" y="7136"/>
                    </a:lnTo>
                    <a:lnTo>
                      <a:pt x="13549" y="8310"/>
                    </a:lnTo>
                    <a:lnTo>
                      <a:pt x="12194" y="9665"/>
                    </a:lnTo>
                    <a:lnTo>
                      <a:pt x="10839" y="11020"/>
                    </a:lnTo>
                    <a:lnTo>
                      <a:pt x="9575" y="12465"/>
                    </a:lnTo>
                    <a:lnTo>
                      <a:pt x="8491" y="13911"/>
                    </a:lnTo>
                    <a:lnTo>
                      <a:pt x="7407" y="15265"/>
                    </a:lnTo>
                    <a:lnTo>
                      <a:pt x="6413" y="16711"/>
                    </a:lnTo>
                    <a:lnTo>
                      <a:pt x="5510" y="18246"/>
                    </a:lnTo>
                    <a:lnTo>
                      <a:pt x="4697" y="19782"/>
                    </a:lnTo>
                    <a:lnTo>
                      <a:pt x="3884" y="21317"/>
                    </a:lnTo>
                    <a:lnTo>
                      <a:pt x="3162" y="22853"/>
                    </a:lnTo>
                    <a:lnTo>
                      <a:pt x="2529" y="24388"/>
                    </a:lnTo>
                    <a:lnTo>
                      <a:pt x="1988" y="26014"/>
                    </a:lnTo>
                    <a:lnTo>
                      <a:pt x="1446" y="27549"/>
                    </a:lnTo>
                    <a:lnTo>
                      <a:pt x="994" y="29175"/>
                    </a:lnTo>
                    <a:lnTo>
                      <a:pt x="633" y="30711"/>
                    </a:lnTo>
                    <a:lnTo>
                      <a:pt x="362" y="32336"/>
                    </a:lnTo>
                    <a:lnTo>
                      <a:pt x="181" y="33872"/>
                    </a:lnTo>
                    <a:lnTo>
                      <a:pt x="0" y="35407"/>
                    </a:lnTo>
                    <a:lnTo>
                      <a:pt x="0" y="36943"/>
                    </a:lnTo>
                    <a:lnTo>
                      <a:pt x="0" y="38388"/>
                    </a:lnTo>
                    <a:lnTo>
                      <a:pt x="181" y="39653"/>
                    </a:lnTo>
                    <a:lnTo>
                      <a:pt x="452" y="40917"/>
                    </a:lnTo>
                    <a:lnTo>
                      <a:pt x="904" y="42091"/>
                    </a:lnTo>
                    <a:lnTo>
                      <a:pt x="1355" y="43175"/>
                    </a:lnTo>
                    <a:lnTo>
                      <a:pt x="1988" y="44169"/>
                    </a:lnTo>
                    <a:lnTo>
                      <a:pt x="2710" y="44982"/>
                    </a:lnTo>
                    <a:lnTo>
                      <a:pt x="3523" y="45795"/>
                    </a:lnTo>
                    <a:lnTo>
                      <a:pt x="4426" y="46427"/>
                    </a:lnTo>
                    <a:lnTo>
                      <a:pt x="5420" y="47059"/>
                    </a:lnTo>
                    <a:lnTo>
                      <a:pt x="6413" y="47511"/>
                    </a:lnTo>
                    <a:lnTo>
                      <a:pt x="7497" y="47782"/>
                    </a:lnTo>
                    <a:lnTo>
                      <a:pt x="8671" y="48053"/>
                    </a:lnTo>
                    <a:lnTo>
                      <a:pt x="9846" y="48233"/>
                    </a:lnTo>
                    <a:lnTo>
                      <a:pt x="11110" y="48324"/>
                    </a:lnTo>
                    <a:lnTo>
                      <a:pt x="12375" y="48414"/>
                    </a:lnTo>
                    <a:lnTo>
                      <a:pt x="13729" y="48324"/>
                    </a:lnTo>
                    <a:lnTo>
                      <a:pt x="15175" y="48233"/>
                    </a:lnTo>
                    <a:lnTo>
                      <a:pt x="18065" y="47962"/>
                    </a:lnTo>
                    <a:lnTo>
                      <a:pt x="21046" y="47420"/>
                    </a:lnTo>
                    <a:lnTo>
                      <a:pt x="24026" y="46879"/>
                    </a:lnTo>
                    <a:lnTo>
                      <a:pt x="26646" y="46427"/>
                    </a:lnTo>
                    <a:lnTo>
                      <a:pt x="29084" y="46066"/>
                    </a:lnTo>
                    <a:lnTo>
                      <a:pt x="31342" y="45795"/>
                    </a:lnTo>
                    <a:lnTo>
                      <a:pt x="33330" y="45704"/>
                    </a:lnTo>
                    <a:lnTo>
                      <a:pt x="35136" y="45795"/>
                    </a:lnTo>
                    <a:lnTo>
                      <a:pt x="37213" y="46066"/>
                    </a:lnTo>
                    <a:lnTo>
                      <a:pt x="41910" y="46879"/>
                    </a:lnTo>
                    <a:lnTo>
                      <a:pt x="44800" y="47420"/>
                    </a:lnTo>
                    <a:lnTo>
                      <a:pt x="47691" y="47872"/>
                    </a:lnTo>
                    <a:lnTo>
                      <a:pt x="50671" y="48233"/>
                    </a:lnTo>
                    <a:lnTo>
                      <a:pt x="52117" y="48324"/>
                    </a:lnTo>
                    <a:lnTo>
                      <a:pt x="53471" y="48414"/>
                    </a:lnTo>
                    <a:lnTo>
                      <a:pt x="54917" y="48324"/>
                    </a:lnTo>
                    <a:lnTo>
                      <a:pt x="56271" y="48233"/>
                    </a:lnTo>
                    <a:lnTo>
                      <a:pt x="57536" y="48143"/>
                    </a:lnTo>
                    <a:lnTo>
                      <a:pt x="58801" y="47872"/>
                    </a:lnTo>
                    <a:lnTo>
                      <a:pt x="59975" y="47511"/>
                    </a:lnTo>
                    <a:lnTo>
                      <a:pt x="61149" y="47059"/>
                    </a:lnTo>
                    <a:lnTo>
                      <a:pt x="62142" y="46427"/>
                    </a:lnTo>
                    <a:lnTo>
                      <a:pt x="63136" y="45704"/>
                    </a:lnTo>
                    <a:lnTo>
                      <a:pt x="63949" y="44891"/>
                    </a:lnTo>
                    <a:lnTo>
                      <a:pt x="64671" y="44078"/>
                    </a:lnTo>
                    <a:lnTo>
                      <a:pt x="65304" y="43085"/>
                    </a:lnTo>
                    <a:lnTo>
                      <a:pt x="65846" y="42001"/>
                    </a:lnTo>
                    <a:lnTo>
                      <a:pt x="66207" y="40917"/>
                    </a:lnTo>
                    <a:lnTo>
                      <a:pt x="66478" y="39653"/>
                    </a:lnTo>
                    <a:lnTo>
                      <a:pt x="66659" y="38298"/>
                    </a:lnTo>
                    <a:lnTo>
                      <a:pt x="66749" y="36943"/>
                    </a:lnTo>
                    <a:lnTo>
                      <a:pt x="66659" y="35407"/>
                    </a:lnTo>
                    <a:lnTo>
                      <a:pt x="66568" y="33872"/>
                    </a:lnTo>
                    <a:lnTo>
                      <a:pt x="66388" y="32336"/>
                    </a:lnTo>
                    <a:lnTo>
                      <a:pt x="66026" y="30711"/>
                    </a:lnTo>
                    <a:lnTo>
                      <a:pt x="65755" y="29175"/>
                    </a:lnTo>
                    <a:lnTo>
                      <a:pt x="65304" y="27549"/>
                    </a:lnTo>
                    <a:lnTo>
                      <a:pt x="64762" y="26014"/>
                    </a:lnTo>
                    <a:lnTo>
                      <a:pt x="64220" y="24388"/>
                    </a:lnTo>
                    <a:lnTo>
                      <a:pt x="63497" y="22853"/>
                    </a:lnTo>
                    <a:lnTo>
                      <a:pt x="62775" y="21317"/>
                    </a:lnTo>
                    <a:lnTo>
                      <a:pt x="62052" y="19782"/>
                    </a:lnTo>
                    <a:lnTo>
                      <a:pt x="61149" y="18246"/>
                    </a:lnTo>
                    <a:lnTo>
                      <a:pt x="60246" y="16711"/>
                    </a:lnTo>
                    <a:lnTo>
                      <a:pt x="59252" y="15265"/>
                    </a:lnTo>
                    <a:lnTo>
                      <a:pt x="58259" y="13911"/>
                    </a:lnTo>
                    <a:lnTo>
                      <a:pt x="57175" y="12465"/>
                    </a:lnTo>
                    <a:lnTo>
                      <a:pt x="55820" y="11020"/>
                    </a:lnTo>
                    <a:lnTo>
                      <a:pt x="54555" y="9665"/>
                    </a:lnTo>
                    <a:lnTo>
                      <a:pt x="53201" y="8310"/>
                    </a:lnTo>
                    <a:lnTo>
                      <a:pt x="51846" y="7136"/>
                    </a:lnTo>
                    <a:lnTo>
                      <a:pt x="50401" y="6052"/>
                    </a:lnTo>
                    <a:lnTo>
                      <a:pt x="48955" y="4969"/>
                    </a:lnTo>
                    <a:lnTo>
                      <a:pt x="47510" y="4065"/>
                    </a:lnTo>
                    <a:lnTo>
                      <a:pt x="45975" y="3162"/>
                    </a:lnTo>
                    <a:lnTo>
                      <a:pt x="44439" y="2439"/>
                    </a:lnTo>
                    <a:lnTo>
                      <a:pt x="42904" y="1807"/>
                    </a:lnTo>
                    <a:lnTo>
                      <a:pt x="41368" y="1265"/>
                    </a:lnTo>
                    <a:lnTo>
                      <a:pt x="39742" y="814"/>
                    </a:lnTo>
                    <a:lnTo>
                      <a:pt x="38207" y="452"/>
                    </a:lnTo>
                    <a:lnTo>
                      <a:pt x="36581" y="181"/>
                    </a:lnTo>
                    <a:lnTo>
                      <a:pt x="3495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2"/>
              <p:cNvSpPr/>
              <p:nvPr/>
            </p:nvSpPr>
            <p:spPr>
              <a:xfrm>
                <a:off x="4351900" y="3340725"/>
                <a:ext cx="654875" cy="896475"/>
              </a:xfrm>
              <a:custGeom>
                <a:avLst/>
                <a:gdLst/>
                <a:ahLst/>
                <a:cxnLst/>
                <a:rect l="l" t="t" r="r" b="b"/>
                <a:pathLst>
                  <a:path w="26195" h="35859" extrusionOk="0">
                    <a:moveTo>
                      <a:pt x="13098" y="0"/>
                    </a:moveTo>
                    <a:lnTo>
                      <a:pt x="11743" y="181"/>
                    </a:lnTo>
                    <a:lnTo>
                      <a:pt x="10388" y="452"/>
                    </a:lnTo>
                    <a:lnTo>
                      <a:pt x="9033" y="903"/>
                    </a:lnTo>
                    <a:lnTo>
                      <a:pt x="7859" y="1536"/>
                    </a:lnTo>
                    <a:lnTo>
                      <a:pt x="6595" y="2349"/>
                    </a:lnTo>
                    <a:lnTo>
                      <a:pt x="5511" y="3342"/>
                    </a:lnTo>
                    <a:lnTo>
                      <a:pt x="4427" y="4426"/>
                    </a:lnTo>
                    <a:lnTo>
                      <a:pt x="3433" y="5691"/>
                    </a:lnTo>
                    <a:lnTo>
                      <a:pt x="2711" y="7045"/>
                    </a:lnTo>
                    <a:lnTo>
                      <a:pt x="1988" y="8400"/>
                    </a:lnTo>
                    <a:lnTo>
                      <a:pt x="1356" y="9845"/>
                    </a:lnTo>
                    <a:lnTo>
                      <a:pt x="904" y="11381"/>
                    </a:lnTo>
                    <a:lnTo>
                      <a:pt x="543" y="12916"/>
                    </a:lnTo>
                    <a:lnTo>
                      <a:pt x="182" y="14542"/>
                    </a:lnTo>
                    <a:lnTo>
                      <a:pt x="91" y="16258"/>
                    </a:lnTo>
                    <a:lnTo>
                      <a:pt x="1" y="17975"/>
                    </a:lnTo>
                    <a:lnTo>
                      <a:pt x="91" y="19691"/>
                    </a:lnTo>
                    <a:lnTo>
                      <a:pt x="182" y="21316"/>
                    </a:lnTo>
                    <a:lnTo>
                      <a:pt x="543" y="22942"/>
                    </a:lnTo>
                    <a:lnTo>
                      <a:pt x="904" y="24568"/>
                    </a:lnTo>
                    <a:lnTo>
                      <a:pt x="1356" y="26104"/>
                    </a:lnTo>
                    <a:lnTo>
                      <a:pt x="1988" y="27549"/>
                    </a:lnTo>
                    <a:lnTo>
                      <a:pt x="2711" y="28904"/>
                    </a:lnTo>
                    <a:lnTo>
                      <a:pt x="3433" y="30168"/>
                    </a:lnTo>
                    <a:lnTo>
                      <a:pt x="4427" y="31523"/>
                    </a:lnTo>
                    <a:lnTo>
                      <a:pt x="5511" y="32607"/>
                    </a:lnTo>
                    <a:lnTo>
                      <a:pt x="6595" y="33600"/>
                    </a:lnTo>
                    <a:lnTo>
                      <a:pt x="7859" y="34413"/>
                    </a:lnTo>
                    <a:lnTo>
                      <a:pt x="9033" y="35046"/>
                    </a:lnTo>
                    <a:lnTo>
                      <a:pt x="10388" y="35497"/>
                    </a:lnTo>
                    <a:lnTo>
                      <a:pt x="11743" y="35768"/>
                    </a:lnTo>
                    <a:lnTo>
                      <a:pt x="13098" y="35859"/>
                    </a:lnTo>
                    <a:lnTo>
                      <a:pt x="14453" y="35768"/>
                    </a:lnTo>
                    <a:lnTo>
                      <a:pt x="15807" y="35497"/>
                    </a:lnTo>
                    <a:lnTo>
                      <a:pt x="17072" y="35046"/>
                    </a:lnTo>
                    <a:lnTo>
                      <a:pt x="18336" y="34413"/>
                    </a:lnTo>
                    <a:lnTo>
                      <a:pt x="19511" y="33600"/>
                    </a:lnTo>
                    <a:lnTo>
                      <a:pt x="20685" y="32607"/>
                    </a:lnTo>
                    <a:lnTo>
                      <a:pt x="21678" y="31523"/>
                    </a:lnTo>
                    <a:lnTo>
                      <a:pt x="22672" y="30168"/>
                    </a:lnTo>
                    <a:lnTo>
                      <a:pt x="23485" y="28904"/>
                    </a:lnTo>
                    <a:lnTo>
                      <a:pt x="24207" y="27549"/>
                    </a:lnTo>
                    <a:lnTo>
                      <a:pt x="24749" y="26104"/>
                    </a:lnTo>
                    <a:lnTo>
                      <a:pt x="25291" y="24568"/>
                    </a:lnTo>
                    <a:lnTo>
                      <a:pt x="25653" y="22942"/>
                    </a:lnTo>
                    <a:lnTo>
                      <a:pt x="25924" y="21316"/>
                    </a:lnTo>
                    <a:lnTo>
                      <a:pt x="26104" y="19691"/>
                    </a:lnTo>
                    <a:lnTo>
                      <a:pt x="26195" y="17975"/>
                    </a:lnTo>
                    <a:lnTo>
                      <a:pt x="26104" y="16258"/>
                    </a:lnTo>
                    <a:lnTo>
                      <a:pt x="25924" y="14542"/>
                    </a:lnTo>
                    <a:lnTo>
                      <a:pt x="25653" y="12916"/>
                    </a:lnTo>
                    <a:lnTo>
                      <a:pt x="25291" y="11381"/>
                    </a:lnTo>
                    <a:lnTo>
                      <a:pt x="24749" y="9845"/>
                    </a:lnTo>
                    <a:lnTo>
                      <a:pt x="24207" y="8400"/>
                    </a:lnTo>
                    <a:lnTo>
                      <a:pt x="23485" y="7045"/>
                    </a:lnTo>
                    <a:lnTo>
                      <a:pt x="22672" y="5691"/>
                    </a:lnTo>
                    <a:lnTo>
                      <a:pt x="21678" y="4426"/>
                    </a:lnTo>
                    <a:lnTo>
                      <a:pt x="20685" y="3342"/>
                    </a:lnTo>
                    <a:lnTo>
                      <a:pt x="19511" y="2349"/>
                    </a:lnTo>
                    <a:lnTo>
                      <a:pt x="18336" y="1536"/>
                    </a:lnTo>
                    <a:lnTo>
                      <a:pt x="17072" y="903"/>
                    </a:lnTo>
                    <a:lnTo>
                      <a:pt x="15807" y="452"/>
                    </a:lnTo>
                    <a:lnTo>
                      <a:pt x="14453" y="181"/>
                    </a:lnTo>
                    <a:lnTo>
                      <a:pt x="1309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2"/>
              <p:cNvSpPr/>
              <p:nvPr/>
            </p:nvSpPr>
            <p:spPr>
              <a:xfrm>
                <a:off x="3609000" y="3340725"/>
                <a:ext cx="654875" cy="896475"/>
              </a:xfrm>
              <a:custGeom>
                <a:avLst/>
                <a:gdLst/>
                <a:ahLst/>
                <a:cxnLst/>
                <a:rect l="l" t="t" r="r" b="b"/>
                <a:pathLst>
                  <a:path w="26195" h="35859" extrusionOk="0">
                    <a:moveTo>
                      <a:pt x="13098" y="0"/>
                    </a:moveTo>
                    <a:lnTo>
                      <a:pt x="11743" y="181"/>
                    </a:lnTo>
                    <a:lnTo>
                      <a:pt x="10388" y="452"/>
                    </a:lnTo>
                    <a:lnTo>
                      <a:pt x="9033" y="903"/>
                    </a:lnTo>
                    <a:lnTo>
                      <a:pt x="7859" y="1536"/>
                    </a:lnTo>
                    <a:lnTo>
                      <a:pt x="6594" y="2349"/>
                    </a:lnTo>
                    <a:lnTo>
                      <a:pt x="5510" y="3342"/>
                    </a:lnTo>
                    <a:lnTo>
                      <a:pt x="4427" y="4426"/>
                    </a:lnTo>
                    <a:lnTo>
                      <a:pt x="3433" y="5691"/>
                    </a:lnTo>
                    <a:lnTo>
                      <a:pt x="2710" y="7045"/>
                    </a:lnTo>
                    <a:lnTo>
                      <a:pt x="1988" y="8400"/>
                    </a:lnTo>
                    <a:lnTo>
                      <a:pt x="1356" y="9845"/>
                    </a:lnTo>
                    <a:lnTo>
                      <a:pt x="904" y="11381"/>
                    </a:lnTo>
                    <a:lnTo>
                      <a:pt x="452" y="12916"/>
                    </a:lnTo>
                    <a:lnTo>
                      <a:pt x="181" y="14542"/>
                    </a:lnTo>
                    <a:lnTo>
                      <a:pt x="1" y="16258"/>
                    </a:lnTo>
                    <a:lnTo>
                      <a:pt x="1" y="17975"/>
                    </a:lnTo>
                    <a:lnTo>
                      <a:pt x="1" y="19691"/>
                    </a:lnTo>
                    <a:lnTo>
                      <a:pt x="181" y="21316"/>
                    </a:lnTo>
                    <a:lnTo>
                      <a:pt x="452" y="22942"/>
                    </a:lnTo>
                    <a:lnTo>
                      <a:pt x="904" y="24568"/>
                    </a:lnTo>
                    <a:lnTo>
                      <a:pt x="1356" y="26104"/>
                    </a:lnTo>
                    <a:lnTo>
                      <a:pt x="1988" y="27549"/>
                    </a:lnTo>
                    <a:lnTo>
                      <a:pt x="2710" y="28904"/>
                    </a:lnTo>
                    <a:lnTo>
                      <a:pt x="3433" y="30168"/>
                    </a:lnTo>
                    <a:lnTo>
                      <a:pt x="4427" y="31523"/>
                    </a:lnTo>
                    <a:lnTo>
                      <a:pt x="5510" y="32607"/>
                    </a:lnTo>
                    <a:lnTo>
                      <a:pt x="6594" y="33600"/>
                    </a:lnTo>
                    <a:lnTo>
                      <a:pt x="7859" y="34413"/>
                    </a:lnTo>
                    <a:lnTo>
                      <a:pt x="9033" y="35046"/>
                    </a:lnTo>
                    <a:lnTo>
                      <a:pt x="10388" y="35497"/>
                    </a:lnTo>
                    <a:lnTo>
                      <a:pt x="11743" y="35768"/>
                    </a:lnTo>
                    <a:lnTo>
                      <a:pt x="13098" y="35859"/>
                    </a:lnTo>
                    <a:lnTo>
                      <a:pt x="14452" y="35768"/>
                    </a:lnTo>
                    <a:lnTo>
                      <a:pt x="15807" y="35497"/>
                    </a:lnTo>
                    <a:lnTo>
                      <a:pt x="17072" y="35046"/>
                    </a:lnTo>
                    <a:lnTo>
                      <a:pt x="18336" y="34413"/>
                    </a:lnTo>
                    <a:lnTo>
                      <a:pt x="19510" y="33600"/>
                    </a:lnTo>
                    <a:lnTo>
                      <a:pt x="20685" y="32607"/>
                    </a:lnTo>
                    <a:lnTo>
                      <a:pt x="21678" y="31523"/>
                    </a:lnTo>
                    <a:lnTo>
                      <a:pt x="22672" y="30168"/>
                    </a:lnTo>
                    <a:lnTo>
                      <a:pt x="23485" y="28904"/>
                    </a:lnTo>
                    <a:lnTo>
                      <a:pt x="24207" y="27549"/>
                    </a:lnTo>
                    <a:lnTo>
                      <a:pt x="24749" y="26104"/>
                    </a:lnTo>
                    <a:lnTo>
                      <a:pt x="25291" y="24568"/>
                    </a:lnTo>
                    <a:lnTo>
                      <a:pt x="25652" y="22942"/>
                    </a:lnTo>
                    <a:lnTo>
                      <a:pt x="25923" y="21316"/>
                    </a:lnTo>
                    <a:lnTo>
                      <a:pt x="26104" y="19691"/>
                    </a:lnTo>
                    <a:lnTo>
                      <a:pt x="26194" y="17975"/>
                    </a:lnTo>
                    <a:lnTo>
                      <a:pt x="26104" y="16258"/>
                    </a:lnTo>
                    <a:lnTo>
                      <a:pt x="25923" y="14542"/>
                    </a:lnTo>
                    <a:lnTo>
                      <a:pt x="25652" y="12916"/>
                    </a:lnTo>
                    <a:lnTo>
                      <a:pt x="25291" y="11381"/>
                    </a:lnTo>
                    <a:lnTo>
                      <a:pt x="24749" y="9845"/>
                    </a:lnTo>
                    <a:lnTo>
                      <a:pt x="24207" y="8400"/>
                    </a:lnTo>
                    <a:lnTo>
                      <a:pt x="23485" y="7045"/>
                    </a:lnTo>
                    <a:lnTo>
                      <a:pt x="22672" y="5691"/>
                    </a:lnTo>
                    <a:lnTo>
                      <a:pt x="21678" y="4426"/>
                    </a:lnTo>
                    <a:lnTo>
                      <a:pt x="20685" y="3342"/>
                    </a:lnTo>
                    <a:lnTo>
                      <a:pt x="19510" y="2349"/>
                    </a:lnTo>
                    <a:lnTo>
                      <a:pt x="18336" y="1536"/>
                    </a:lnTo>
                    <a:lnTo>
                      <a:pt x="17072" y="903"/>
                    </a:lnTo>
                    <a:lnTo>
                      <a:pt x="15807" y="452"/>
                    </a:lnTo>
                    <a:lnTo>
                      <a:pt x="14452" y="181"/>
                    </a:lnTo>
                    <a:lnTo>
                      <a:pt x="1309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2"/>
              <p:cNvSpPr/>
              <p:nvPr/>
            </p:nvSpPr>
            <p:spPr>
              <a:xfrm>
                <a:off x="4993200" y="4002325"/>
                <a:ext cx="555500" cy="672950"/>
              </a:xfrm>
              <a:custGeom>
                <a:avLst/>
                <a:gdLst/>
                <a:ahLst/>
                <a:cxnLst/>
                <a:rect l="l" t="t" r="r" b="b"/>
                <a:pathLst>
                  <a:path w="22220" h="26918" extrusionOk="0">
                    <a:moveTo>
                      <a:pt x="12104" y="1"/>
                    </a:moveTo>
                    <a:lnTo>
                      <a:pt x="11201" y="91"/>
                    </a:lnTo>
                    <a:lnTo>
                      <a:pt x="10207" y="272"/>
                    </a:lnTo>
                    <a:lnTo>
                      <a:pt x="9304" y="543"/>
                    </a:lnTo>
                    <a:lnTo>
                      <a:pt x="8401" y="904"/>
                    </a:lnTo>
                    <a:lnTo>
                      <a:pt x="7226" y="1536"/>
                    </a:lnTo>
                    <a:lnTo>
                      <a:pt x="6052" y="2349"/>
                    </a:lnTo>
                    <a:lnTo>
                      <a:pt x="4968" y="3343"/>
                    </a:lnTo>
                    <a:lnTo>
                      <a:pt x="3975" y="4427"/>
                    </a:lnTo>
                    <a:lnTo>
                      <a:pt x="3072" y="5601"/>
                    </a:lnTo>
                    <a:lnTo>
                      <a:pt x="2259" y="6865"/>
                    </a:lnTo>
                    <a:lnTo>
                      <a:pt x="1536" y="8220"/>
                    </a:lnTo>
                    <a:lnTo>
                      <a:pt x="994" y="9756"/>
                    </a:lnTo>
                    <a:lnTo>
                      <a:pt x="543" y="10930"/>
                    </a:lnTo>
                    <a:lnTo>
                      <a:pt x="272" y="12195"/>
                    </a:lnTo>
                    <a:lnTo>
                      <a:pt x="91" y="13459"/>
                    </a:lnTo>
                    <a:lnTo>
                      <a:pt x="1" y="14724"/>
                    </a:lnTo>
                    <a:lnTo>
                      <a:pt x="1" y="15988"/>
                    </a:lnTo>
                    <a:lnTo>
                      <a:pt x="91" y="17162"/>
                    </a:lnTo>
                    <a:lnTo>
                      <a:pt x="272" y="18337"/>
                    </a:lnTo>
                    <a:lnTo>
                      <a:pt x="543" y="19511"/>
                    </a:lnTo>
                    <a:lnTo>
                      <a:pt x="994" y="20775"/>
                    </a:lnTo>
                    <a:lnTo>
                      <a:pt x="1536" y="21859"/>
                    </a:lnTo>
                    <a:lnTo>
                      <a:pt x="2168" y="22853"/>
                    </a:lnTo>
                    <a:lnTo>
                      <a:pt x="2801" y="23846"/>
                    </a:lnTo>
                    <a:lnTo>
                      <a:pt x="3614" y="24659"/>
                    </a:lnTo>
                    <a:lnTo>
                      <a:pt x="4517" y="25382"/>
                    </a:lnTo>
                    <a:lnTo>
                      <a:pt x="5510" y="25924"/>
                    </a:lnTo>
                    <a:lnTo>
                      <a:pt x="6504" y="26375"/>
                    </a:lnTo>
                    <a:lnTo>
                      <a:pt x="7226" y="26646"/>
                    </a:lnTo>
                    <a:lnTo>
                      <a:pt x="8039" y="26827"/>
                    </a:lnTo>
                    <a:lnTo>
                      <a:pt x="8762" y="26917"/>
                    </a:lnTo>
                    <a:lnTo>
                      <a:pt x="10659" y="26917"/>
                    </a:lnTo>
                    <a:lnTo>
                      <a:pt x="11743" y="26737"/>
                    </a:lnTo>
                    <a:lnTo>
                      <a:pt x="12736" y="26375"/>
                    </a:lnTo>
                    <a:lnTo>
                      <a:pt x="13820" y="26014"/>
                    </a:lnTo>
                    <a:lnTo>
                      <a:pt x="14994" y="25291"/>
                    </a:lnTo>
                    <a:lnTo>
                      <a:pt x="16168" y="24479"/>
                    </a:lnTo>
                    <a:lnTo>
                      <a:pt x="17252" y="23575"/>
                    </a:lnTo>
                    <a:lnTo>
                      <a:pt x="18246" y="22491"/>
                    </a:lnTo>
                    <a:lnTo>
                      <a:pt x="19149" y="21317"/>
                    </a:lnTo>
                    <a:lnTo>
                      <a:pt x="19962" y="20053"/>
                    </a:lnTo>
                    <a:lnTo>
                      <a:pt x="20685" y="18698"/>
                    </a:lnTo>
                    <a:lnTo>
                      <a:pt x="21226" y="17162"/>
                    </a:lnTo>
                    <a:lnTo>
                      <a:pt x="21588" y="15988"/>
                    </a:lnTo>
                    <a:lnTo>
                      <a:pt x="21949" y="14724"/>
                    </a:lnTo>
                    <a:lnTo>
                      <a:pt x="22130" y="13459"/>
                    </a:lnTo>
                    <a:lnTo>
                      <a:pt x="22220" y="12195"/>
                    </a:lnTo>
                    <a:lnTo>
                      <a:pt x="22220" y="10930"/>
                    </a:lnTo>
                    <a:lnTo>
                      <a:pt x="22130" y="9756"/>
                    </a:lnTo>
                    <a:lnTo>
                      <a:pt x="21949" y="8491"/>
                    </a:lnTo>
                    <a:lnTo>
                      <a:pt x="21678" y="7407"/>
                    </a:lnTo>
                    <a:lnTo>
                      <a:pt x="21226" y="6143"/>
                    </a:lnTo>
                    <a:lnTo>
                      <a:pt x="20685" y="5059"/>
                    </a:lnTo>
                    <a:lnTo>
                      <a:pt x="20052" y="3975"/>
                    </a:lnTo>
                    <a:lnTo>
                      <a:pt x="19330" y="3072"/>
                    </a:lnTo>
                    <a:lnTo>
                      <a:pt x="18607" y="2259"/>
                    </a:lnTo>
                    <a:lnTo>
                      <a:pt x="17704" y="1536"/>
                    </a:lnTo>
                    <a:lnTo>
                      <a:pt x="16710" y="994"/>
                    </a:lnTo>
                    <a:lnTo>
                      <a:pt x="15717" y="543"/>
                    </a:lnTo>
                    <a:lnTo>
                      <a:pt x="14814" y="272"/>
                    </a:lnTo>
                    <a:lnTo>
                      <a:pt x="13910" y="91"/>
                    </a:lnTo>
                    <a:lnTo>
                      <a:pt x="13007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2"/>
              <p:cNvSpPr/>
              <p:nvPr/>
            </p:nvSpPr>
            <p:spPr>
              <a:xfrm>
                <a:off x="3067075" y="4002325"/>
                <a:ext cx="555500" cy="672950"/>
              </a:xfrm>
              <a:custGeom>
                <a:avLst/>
                <a:gdLst/>
                <a:ahLst/>
                <a:cxnLst/>
                <a:rect l="l" t="t" r="r" b="b"/>
                <a:pathLst>
                  <a:path w="22220" h="26918" extrusionOk="0">
                    <a:moveTo>
                      <a:pt x="9123" y="1"/>
                    </a:moveTo>
                    <a:lnTo>
                      <a:pt x="8220" y="91"/>
                    </a:lnTo>
                    <a:lnTo>
                      <a:pt x="7316" y="272"/>
                    </a:lnTo>
                    <a:lnTo>
                      <a:pt x="6504" y="543"/>
                    </a:lnTo>
                    <a:lnTo>
                      <a:pt x="5420" y="994"/>
                    </a:lnTo>
                    <a:lnTo>
                      <a:pt x="4516" y="1536"/>
                    </a:lnTo>
                    <a:lnTo>
                      <a:pt x="3613" y="2259"/>
                    </a:lnTo>
                    <a:lnTo>
                      <a:pt x="2800" y="3072"/>
                    </a:lnTo>
                    <a:lnTo>
                      <a:pt x="2078" y="3975"/>
                    </a:lnTo>
                    <a:lnTo>
                      <a:pt x="1445" y="5059"/>
                    </a:lnTo>
                    <a:lnTo>
                      <a:pt x="994" y="6143"/>
                    </a:lnTo>
                    <a:lnTo>
                      <a:pt x="542" y="7407"/>
                    </a:lnTo>
                    <a:lnTo>
                      <a:pt x="271" y="8491"/>
                    </a:lnTo>
                    <a:lnTo>
                      <a:pt x="91" y="9756"/>
                    </a:lnTo>
                    <a:lnTo>
                      <a:pt x="0" y="10930"/>
                    </a:lnTo>
                    <a:lnTo>
                      <a:pt x="0" y="12195"/>
                    </a:lnTo>
                    <a:lnTo>
                      <a:pt x="91" y="13459"/>
                    </a:lnTo>
                    <a:lnTo>
                      <a:pt x="271" y="14724"/>
                    </a:lnTo>
                    <a:lnTo>
                      <a:pt x="542" y="15988"/>
                    </a:lnTo>
                    <a:lnTo>
                      <a:pt x="904" y="17162"/>
                    </a:lnTo>
                    <a:lnTo>
                      <a:pt x="1536" y="18698"/>
                    </a:lnTo>
                    <a:lnTo>
                      <a:pt x="2258" y="20053"/>
                    </a:lnTo>
                    <a:lnTo>
                      <a:pt x="3071" y="21317"/>
                    </a:lnTo>
                    <a:lnTo>
                      <a:pt x="3975" y="22491"/>
                    </a:lnTo>
                    <a:lnTo>
                      <a:pt x="4968" y="23575"/>
                    </a:lnTo>
                    <a:lnTo>
                      <a:pt x="6052" y="24479"/>
                    </a:lnTo>
                    <a:lnTo>
                      <a:pt x="7136" y="25291"/>
                    </a:lnTo>
                    <a:lnTo>
                      <a:pt x="8400" y="26014"/>
                    </a:lnTo>
                    <a:lnTo>
                      <a:pt x="9394" y="26375"/>
                    </a:lnTo>
                    <a:lnTo>
                      <a:pt x="10478" y="26737"/>
                    </a:lnTo>
                    <a:lnTo>
                      <a:pt x="11562" y="26917"/>
                    </a:lnTo>
                    <a:lnTo>
                      <a:pt x="13368" y="26917"/>
                    </a:lnTo>
                    <a:lnTo>
                      <a:pt x="14181" y="26827"/>
                    </a:lnTo>
                    <a:lnTo>
                      <a:pt x="14904" y="26646"/>
                    </a:lnTo>
                    <a:lnTo>
                      <a:pt x="15626" y="26375"/>
                    </a:lnTo>
                    <a:lnTo>
                      <a:pt x="16710" y="25924"/>
                    </a:lnTo>
                    <a:lnTo>
                      <a:pt x="17704" y="25382"/>
                    </a:lnTo>
                    <a:lnTo>
                      <a:pt x="18516" y="24659"/>
                    </a:lnTo>
                    <a:lnTo>
                      <a:pt x="19329" y="23846"/>
                    </a:lnTo>
                    <a:lnTo>
                      <a:pt x="20052" y="22853"/>
                    </a:lnTo>
                    <a:lnTo>
                      <a:pt x="20684" y="21859"/>
                    </a:lnTo>
                    <a:lnTo>
                      <a:pt x="21226" y="20775"/>
                    </a:lnTo>
                    <a:lnTo>
                      <a:pt x="21587" y="19511"/>
                    </a:lnTo>
                    <a:lnTo>
                      <a:pt x="21858" y="18337"/>
                    </a:lnTo>
                    <a:lnTo>
                      <a:pt x="22129" y="17162"/>
                    </a:lnTo>
                    <a:lnTo>
                      <a:pt x="22220" y="15988"/>
                    </a:lnTo>
                    <a:lnTo>
                      <a:pt x="22220" y="14724"/>
                    </a:lnTo>
                    <a:lnTo>
                      <a:pt x="22039" y="13459"/>
                    </a:lnTo>
                    <a:lnTo>
                      <a:pt x="21858" y="12195"/>
                    </a:lnTo>
                    <a:lnTo>
                      <a:pt x="21587" y="10930"/>
                    </a:lnTo>
                    <a:lnTo>
                      <a:pt x="21226" y="9756"/>
                    </a:lnTo>
                    <a:lnTo>
                      <a:pt x="20594" y="8220"/>
                    </a:lnTo>
                    <a:lnTo>
                      <a:pt x="19962" y="6865"/>
                    </a:lnTo>
                    <a:lnTo>
                      <a:pt x="19149" y="5601"/>
                    </a:lnTo>
                    <a:lnTo>
                      <a:pt x="18246" y="4427"/>
                    </a:lnTo>
                    <a:lnTo>
                      <a:pt x="17252" y="3343"/>
                    </a:lnTo>
                    <a:lnTo>
                      <a:pt x="16168" y="2349"/>
                    </a:lnTo>
                    <a:lnTo>
                      <a:pt x="14994" y="1536"/>
                    </a:lnTo>
                    <a:lnTo>
                      <a:pt x="13729" y="904"/>
                    </a:lnTo>
                    <a:lnTo>
                      <a:pt x="12826" y="543"/>
                    </a:lnTo>
                    <a:lnTo>
                      <a:pt x="11923" y="272"/>
                    </a:lnTo>
                    <a:lnTo>
                      <a:pt x="11020" y="91"/>
                    </a:lnTo>
                    <a:lnTo>
                      <a:pt x="10116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42975"/>
            <a:ext cx="7704000" cy="3370500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●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○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■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●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○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■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●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○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ssistant"/>
              <a:buChar char="■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87" r:id="rId6"/>
    <p:sldLayoutId id="2147483655" r:id="rId7"/>
    <p:sldLayoutId id="2147483659" r:id="rId8"/>
    <p:sldLayoutId id="2147483660" r:id="rId9"/>
    <p:sldLayoutId id="2147483667" r:id="rId10"/>
    <p:sldLayoutId id="2147483673" r:id="rId11"/>
    <p:sldLayoutId id="2147483675" r:id="rId12"/>
    <p:sldLayoutId id="2147483677" r:id="rId13"/>
    <p:sldLayoutId id="2147483678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6"/>
          <p:cNvSpPr txBox="1">
            <a:spLocks noGrp="1"/>
          </p:cNvSpPr>
          <p:nvPr>
            <p:ph type="ctrTitle"/>
          </p:nvPr>
        </p:nvSpPr>
        <p:spPr>
          <a:xfrm>
            <a:off x="612079" y="3106545"/>
            <a:ext cx="4582042" cy="12518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800" dirty="0"/>
              <a:t>VETERINARIA</a:t>
            </a:r>
            <a:br>
              <a:rPr lang="en-US" sz="3800" dirty="0"/>
            </a:br>
            <a:r>
              <a:rPr lang="en-US" sz="3800" dirty="0">
                <a:solidFill>
                  <a:srgbClr val="FF6600"/>
                </a:solidFill>
              </a:rPr>
              <a:t>PETCARE</a:t>
            </a:r>
          </a:p>
        </p:txBody>
      </p:sp>
      <p:sp>
        <p:nvSpPr>
          <p:cNvPr id="442" name="Google Shape;442;p36"/>
          <p:cNvSpPr txBox="1">
            <a:spLocks noGrp="1"/>
          </p:cNvSpPr>
          <p:nvPr>
            <p:ph type="subTitle" idx="1"/>
          </p:nvPr>
        </p:nvSpPr>
        <p:spPr>
          <a:xfrm>
            <a:off x="7347763" y="46200"/>
            <a:ext cx="1223400" cy="2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2022</a:t>
            </a:r>
            <a:endParaRPr sz="1200" b="1">
              <a:solidFill>
                <a:srgbClr val="CC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A76D8DB9-50C5-42E6-9E22-46D4B4178A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05"/>
          <a:stretch/>
        </p:blipFill>
        <p:spPr bwMode="auto">
          <a:xfrm>
            <a:off x="6379905" y="515957"/>
            <a:ext cx="1737935" cy="258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xmlns="" id="{09E7CE7F-28C1-4A65-9080-A862BF9109C5}"/>
              </a:ext>
            </a:extLst>
          </p:cNvPr>
          <p:cNvGrpSpPr/>
          <p:nvPr/>
        </p:nvGrpSpPr>
        <p:grpSpPr>
          <a:xfrm>
            <a:off x="1791739" y="860354"/>
            <a:ext cx="2252376" cy="2238878"/>
            <a:chOff x="1714500" y="466725"/>
            <a:chExt cx="2119313" cy="210661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43F1623D-9541-47D6-94FC-74387E3EE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500" y="466725"/>
              <a:ext cx="1911350" cy="1911350"/>
            </a:xfrm>
            <a:custGeom>
              <a:avLst/>
              <a:gdLst>
                <a:gd name="T0" fmla="*/ 1302 w 4112"/>
                <a:gd name="T1" fmla="*/ 1303 h 4113"/>
                <a:gd name="T2" fmla="*/ 1253 w 4112"/>
                <a:gd name="T3" fmla="*/ 1303 h 4113"/>
                <a:gd name="T4" fmla="*/ 393 w 4112"/>
                <a:gd name="T5" fmla="*/ 1303 h 4113"/>
                <a:gd name="T6" fmla="*/ 197 w 4112"/>
                <a:gd name="T7" fmla="*/ 1444 h 4113"/>
                <a:gd name="T8" fmla="*/ 190 w 4112"/>
                <a:gd name="T9" fmla="*/ 1505 h 4113"/>
                <a:gd name="T10" fmla="*/ 190 w 4112"/>
                <a:gd name="T11" fmla="*/ 2610 h 4113"/>
                <a:gd name="T12" fmla="*/ 392 w 4112"/>
                <a:gd name="T13" fmla="*/ 2809 h 4113"/>
                <a:gd name="T14" fmla="*/ 1255 w 4112"/>
                <a:gd name="T15" fmla="*/ 2809 h 4113"/>
                <a:gd name="T16" fmla="*/ 1302 w 4112"/>
                <a:gd name="T17" fmla="*/ 2809 h 4113"/>
                <a:gd name="T18" fmla="*/ 1302 w 4112"/>
                <a:gd name="T19" fmla="*/ 2853 h 4113"/>
                <a:gd name="T20" fmla="*/ 1300 w 4112"/>
                <a:gd name="T21" fmla="*/ 3690 h 4113"/>
                <a:gd name="T22" fmla="*/ 1537 w 4112"/>
                <a:gd name="T23" fmla="*/ 3924 h 4113"/>
                <a:gd name="T24" fmla="*/ 2366 w 4112"/>
                <a:gd name="T25" fmla="*/ 3923 h 4113"/>
                <a:gd name="T26" fmla="*/ 2407 w 4112"/>
                <a:gd name="T27" fmla="*/ 3923 h 4113"/>
                <a:gd name="T28" fmla="*/ 2407 w 4112"/>
                <a:gd name="T29" fmla="*/ 4111 h 4113"/>
                <a:gd name="T30" fmla="*/ 2372 w 4112"/>
                <a:gd name="T31" fmla="*/ 4112 h 4113"/>
                <a:gd name="T32" fmla="*/ 1512 w 4112"/>
                <a:gd name="T33" fmla="*/ 4112 h 4113"/>
                <a:gd name="T34" fmla="*/ 1112 w 4112"/>
                <a:gd name="T35" fmla="*/ 3711 h 4113"/>
                <a:gd name="T36" fmla="*/ 1112 w 4112"/>
                <a:gd name="T37" fmla="*/ 3051 h 4113"/>
                <a:gd name="T38" fmla="*/ 1112 w 4112"/>
                <a:gd name="T39" fmla="*/ 2999 h 4113"/>
                <a:gd name="T40" fmla="*/ 1069 w 4112"/>
                <a:gd name="T41" fmla="*/ 2999 h 4113"/>
                <a:gd name="T42" fmla="*/ 396 w 4112"/>
                <a:gd name="T43" fmla="*/ 2999 h 4113"/>
                <a:gd name="T44" fmla="*/ 0 w 4112"/>
                <a:gd name="T45" fmla="*/ 2602 h 4113"/>
                <a:gd name="T46" fmla="*/ 0 w 4112"/>
                <a:gd name="T47" fmla="*/ 1514 h 4113"/>
                <a:gd name="T48" fmla="*/ 399 w 4112"/>
                <a:gd name="T49" fmla="*/ 1113 h 4113"/>
                <a:gd name="T50" fmla="*/ 1065 w 4112"/>
                <a:gd name="T51" fmla="*/ 1113 h 4113"/>
                <a:gd name="T52" fmla="*/ 1112 w 4112"/>
                <a:gd name="T53" fmla="*/ 1111 h 4113"/>
                <a:gd name="T54" fmla="*/ 1112 w 4112"/>
                <a:gd name="T55" fmla="*/ 1068 h 4113"/>
                <a:gd name="T56" fmla="*/ 1112 w 4112"/>
                <a:gd name="T57" fmla="*/ 391 h 4113"/>
                <a:gd name="T58" fmla="*/ 1501 w 4112"/>
                <a:gd name="T59" fmla="*/ 0 h 4113"/>
                <a:gd name="T60" fmla="*/ 2613 w 4112"/>
                <a:gd name="T61" fmla="*/ 0 h 4113"/>
                <a:gd name="T62" fmla="*/ 2999 w 4112"/>
                <a:gd name="T63" fmla="*/ 386 h 4113"/>
                <a:gd name="T64" fmla="*/ 2999 w 4112"/>
                <a:gd name="T65" fmla="*/ 1049 h 4113"/>
                <a:gd name="T66" fmla="*/ 2999 w 4112"/>
                <a:gd name="T67" fmla="*/ 1111 h 4113"/>
                <a:gd name="T68" fmla="*/ 3047 w 4112"/>
                <a:gd name="T69" fmla="*/ 1113 h 4113"/>
                <a:gd name="T70" fmla="*/ 3714 w 4112"/>
                <a:gd name="T71" fmla="*/ 1113 h 4113"/>
                <a:gd name="T72" fmla="*/ 4111 w 4112"/>
                <a:gd name="T73" fmla="*/ 1512 h 4113"/>
                <a:gd name="T74" fmla="*/ 4111 w 4112"/>
                <a:gd name="T75" fmla="*/ 2443 h 4113"/>
                <a:gd name="T76" fmla="*/ 4010 w 4112"/>
                <a:gd name="T77" fmla="*/ 2525 h 4113"/>
                <a:gd name="T78" fmla="*/ 3924 w 4112"/>
                <a:gd name="T79" fmla="*/ 2508 h 4113"/>
                <a:gd name="T80" fmla="*/ 3922 w 4112"/>
                <a:gd name="T81" fmla="*/ 2469 h 4113"/>
                <a:gd name="T82" fmla="*/ 3922 w 4112"/>
                <a:gd name="T83" fmla="*/ 1520 h 4113"/>
                <a:gd name="T84" fmla="*/ 3707 w 4112"/>
                <a:gd name="T85" fmla="*/ 1303 h 4113"/>
                <a:gd name="T86" fmla="*/ 2857 w 4112"/>
                <a:gd name="T87" fmla="*/ 1302 h 4113"/>
                <a:gd name="T88" fmla="*/ 2809 w 4112"/>
                <a:gd name="T89" fmla="*/ 1302 h 4113"/>
                <a:gd name="T90" fmla="*/ 2809 w 4112"/>
                <a:gd name="T91" fmla="*/ 1259 h 4113"/>
                <a:gd name="T92" fmla="*/ 2809 w 4112"/>
                <a:gd name="T93" fmla="*/ 395 h 4113"/>
                <a:gd name="T94" fmla="*/ 2606 w 4112"/>
                <a:gd name="T95" fmla="*/ 190 h 4113"/>
                <a:gd name="T96" fmla="*/ 1504 w 4112"/>
                <a:gd name="T97" fmla="*/ 190 h 4113"/>
                <a:gd name="T98" fmla="*/ 1302 w 4112"/>
                <a:gd name="T99" fmla="*/ 393 h 4113"/>
                <a:gd name="T100" fmla="*/ 1302 w 4112"/>
                <a:gd name="T101" fmla="*/ 1253 h 4113"/>
                <a:gd name="T102" fmla="*/ 1302 w 4112"/>
                <a:gd name="T103" fmla="*/ 1303 h 4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112" h="4113">
                  <a:moveTo>
                    <a:pt x="1302" y="1303"/>
                  </a:moveTo>
                  <a:cubicBezTo>
                    <a:pt x="1282" y="1303"/>
                    <a:pt x="1267" y="1303"/>
                    <a:pt x="1253" y="1303"/>
                  </a:cubicBezTo>
                  <a:cubicBezTo>
                    <a:pt x="966" y="1303"/>
                    <a:pt x="679" y="1302"/>
                    <a:pt x="393" y="1303"/>
                  </a:cubicBezTo>
                  <a:cubicBezTo>
                    <a:pt x="293" y="1303"/>
                    <a:pt x="221" y="1355"/>
                    <a:pt x="197" y="1444"/>
                  </a:cubicBezTo>
                  <a:cubicBezTo>
                    <a:pt x="191" y="1464"/>
                    <a:pt x="190" y="1484"/>
                    <a:pt x="190" y="1505"/>
                  </a:cubicBezTo>
                  <a:cubicBezTo>
                    <a:pt x="190" y="1873"/>
                    <a:pt x="190" y="2241"/>
                    <a:pt x="190" y="2610"/>
                  </a:cubicBezTo>
                  <a:cubicBezTo>
                    <a:pt x="190" y="2730"/>
                    <a:pt x="271" y="2809"/>
                    <a:pt x="392" y="2809"/>
                  </a:cubicBezTo>
                  <a:cubicBezTo>
                    <a:pt x="680" y="2809"/>
                    <a:pt x="967" y="2809"/>
                    <a:pt x="1255" y="2809"/>
                  </a:cubicBezTo>
                  <a:cubicBezTo>
                    <a:pt x="1269" y="2809"/>
                    <a:pt x="1282" y="2809"/>
                    <a:pt x="1302" y="2809"/>
                  </a:cubicBezTo>
                  <a:cubicBezTo>
                    <a:pt x="1302" y="2825"/>
                    <a:pt x="1302" y="2839"/>
                    <a:pt x="1302" y="2853"/>
                  </a:cubicBezTo>
                  <a:cubicBezTo>
                    <a:pt x="1302" y="3132"/>
                    <a:pt x="1306" y="3411"/>
                    <a:pt x="1300" y="3690"/>
                  </a:cubicBezTo>
                  <a:cubicBezTo>
                    <a:pt x="1298" y="3840"/>
                    <a:pt x="1387" y="3927"/>
                    <a:pt x="1537" y="3924"/>
                  </a:cubicBezTo>
                  <a:cubicBezTo>
                    <a:pt x="1813" y="3919"/>
                    <a:pt x="2090" y="3923"/>
                    <a:pt x="2366" y="3923"/>
                  </a:cubicBezTo>
                  <a:cubicBezTo>
                    <a:pt x="2379" y="3923"/>
                    <a:pt x="2391" y="3923"/>
                    <a:pt x="2407" y="3923"/>
                  </a:cubicBezTo>
                  <a:cubicBezTo>
                    <a:pt x="2407" y="3986"/>
                    <a:pt x="2407" y="4046"/>
                    <a:pt x="2407" y="4111"/>
                  </a:cubicBezTo>
                  <a:cubicBezTo>
                    <a:pt x="2396" y="4111"/>
                    <a:pt x="2384" y="4112"/>
                    <a:pt x="2372" y="4112"/>
                  </a:cubicBezTo>
                  <a:cubicBezTo>
                    <a:pt x="2085" y="4112"/>
                    <a:pt x="1798" y="4113"/>
                    <a:pt x="1512" y="4112"/>
                  </a:cubicBezTo>
                  <a:cubicBezTo>
                    <a:pt x="1276" y="4112"/>
                    <a:pt x="1112" y="3946"/>
                    <a:pt x="1112" y="3711"/>
                  </a:cubicBezTo>
                  <a:cubicBezTo>
                    <a:pt x="1112" y="3491"/>
                    <a:pt x="1112" y="3271"/>
                    <a:pt x="1112" y="3051"/>
                  </a:cubicBezTo>
                  <a:cubicBezTo>
                    <a:pt x="1112" y="3036"/>
                    <a:pt x="1112" y="3020"/>
                    <a:pt x="1112" y="2999"/>
                  </a:cubicBezTo>
                  <a:cubicBezTo>
                    <a:pt x="1095" y="2999"/>
                    <a:pt x="1082" y="2999"/>
                    <a:pt x="1069" y="2999"/>
                  </a:cubicBezTo>
                  <a:cubicBezTo>
                    <a:pt x="845" y="2999"/>
                    <a:pt x="620" y="2999"/>
                    <a:pt x="396" y="2999"/>
                  </a:cubicBezTo>
                  <a:cubicBezTo>
                    <a:pt x="165" y="2999"/>
                    <a:pt x="0" y="2832"/>
                    <a:pt x="0" y="2602"/>
                  </a:cubicBezTo>
                  <a:cubicBezTo>
                    <a:pt x="0" y="2239"/>
                    <a:pt x="0" y="1876"/>
                    <a:pt x="0" y="1514"/>
                  </a:cubicBezTo>
                  <a:cubicBezTo>
                    <a:pt x="0" y="1277"/>
                    <a:pt x="163" y="1113"/>
                    <a:pt x="399" y="1113"/>
                  </a:cubicBezTo>
                  <a:cubicBezTo>
                    <a:pt x="621" y="1113"/>
                    <a:pt x="843" y="1113"/>
                    <a:pt x="1065" y="1113"/>
                  </a:cubicBezTo>
                  <a:cubicBezTo>
                    <a:pt x="1080" y="1113"/>
                    <a:pt x="1094" y="1112"/>
                    <a:pt x="1112" y="1111"/>
                  </a:cubicBezTo>
                  <a:cubicBezTo>
                    <a:pt x="1112" y="1095"/>
                    <a:pt x="1112" y="1081"/>
                    <a:pt x="1112" y="1068"/>
                  </a:cubicBezTo>
                  <a:cubicBezTo>
                    <a:pt x="1112" y="842"/>
                    <a:pt x="1112" y="617"/>
                    <a:pt x="1112" y="391"/>
                  </a:cubicBezTo>
                  <a:cubicBezTo>
                    <a:pt x="1113" y="169"/>
                    <a:pt x="1280" y="0"/>
                    <a:pt x="1501" y="0"/>
                  </a:cubicBezTo>
                  <a:cubicBezTo>
                    <a:pt x="1871" y="0"/>
                    <a:pt x="2242" y="0"/>
                    <a:pt x="2613" y="0"/>
                  </a:cubicBezTo>
                  <a:cubicBezTo>
                    <a:pt x="2829" y="0"/>
                    <a:pt x="2999" y="170"/>
                    <a:pt x="2999" y="386"/>
                  </a:cubicBezTo>
                  <a:cubicBezTo>
                    <a:pt x="2999" y="607"/>
                    <a:pt x="2999" y="828"/>
                    <a:pt x="2999" y="1049"/>
                  </a:cubicBezTo>
                  <a:cubicBezTo>
                    <a:pt x="2999" y="1069"/>
                    <a:pt x="2999" y="1088"/>
                    <a:pt x="2999" y="1111"/>
                  </a:cubicBezTo>
                  <a:cubicBezTo>
                    <a:pt x="3017" y="1112"/>
                    <a:pt x="3032" y="1113"/>
                    <a:pt x="3047" y="1113"/>
                  </a:cubicBezTo>
                  <a:cubicBezTo>
                    <a:pt x="3270" y="1113"/>
                    <a:pt x="3492" y="1113"/>
                    <a:pt x="3714" y="1113"/>
                  </a:cubicBezTo>
                  <a:cubicBezTo>
                    <a:pt x="3948" y="1114"/>
                    <a:pt x="4111" y="1277"/>
                    <a:pt x="4111" y="1512"/>
                  </a:cubicBezTo>
                  <a:cubicBezTo>
                    <a:pt x="4112" y="1822"/>
                    <a:pt x="4111" y="2133"/>
                    <a:pt x="4111" y="2443"/>
                  </a:cubicBezTo>
                  <a:cubicBezTo>
                    <a:pt x="4111" y="2487"/>
                    <a:pt x="4054" y="2533"/>
                    <a:pt x="4010" y="2525"/>
                  </a:cubicBezTo>
                  <a:cubicBezTo>
                    <a:pt x="3983" y="2520"/>
                    <a:pt x="3955" y="2514"/>
                    <a:pt x="3924" y="2508"/>
                  </a:cubicBezTo>
                  <a:cubicBezTo>
                    <a:pt x="3923" y="2495"/>
                    <a:pt x="3922" y="2482"/>
                    <a:pt x="3922" y="2469"/>
                  </a:cubicBezTo>
                  <a:cubicBezTo>
                    <a:pt x="3922" y="2152"/>
                    <a:pt x="3922" y="1836"/>
                    <a:pt x="3922" y="1520"/>
                  </a:cubicBezTo>
                  <a:cubicBezTo>
                    <a:pt x="3922" y="1378"/>
                    <a:pt x="3848" y="1303"/>
                    <a:pt x="3707" y="1303"/>
                  </a:cubicBezTo>
                  <a:cubicBezTo>
                    <a:pt x="3423" y="1302"/>
                    <a:pt x="3140" y="1303"/>
                    <a:pt x="2857" y="1302"/>
                  </a:cubicBezTo>
                  <a:cubicBezTo>
                    <a:pt x="2842" y="1302"/>
                    <a:pt x="2828" y="1302"/>
                    <a:pt x="2809" y="1302"/>
                  </a:cubicBezTo>
                  <a:cubicBezTo>
                    <a:pt x="2809" y="1285"/>
                    <a:pt x="2809" y="1272"/>
                    <a:pt x="2809" y="1259"/>
                  </a:cubicBezTo>
                  <a:cubicBezTo>
                    <a:pt x="2809" y="971"/>
                    <a:pt x="2809" y="683"/>
                    <a:pt x="2809" y="395"/>
                  </a:cubicBezTo>
                  <a:cubicBezTo>
                    <a:pt x="2809" y="270"/>
                    <a:pt x="2731" y="190"/>
                    <a:pt x="2606" y="190"/>
                  </a:cubicBezTo>
                  <a:cubicBezTo>
                    <a:pt x="2239" y="190"/>
                    <a:pt x="1871" y="190"/>
                    <a:pt x="1504" y="190"/>
                  </a:cubicBezTo>
                  <a:cubicBezTo>
                    <a:pt x="1382" y="190"/>
                    <a:pt x="1303" y="270"/>
                    <a:pt x="1302" y="393"/>
                  </a:cubicBezTo>
                  <a:cubicBezTo>
                    <a:pt x="1302" y="680"/>
                    <a:pt x="1302" y="966"/>
                    <a:pt x="1302" y="1253"/>
                  </a:cubicBezTo>
                  <a:cubicBezTo>
                    <a:pt x="1302" y="1268"/>
                    <a:pt x="1302" y="1282"/>
                    <a:pt x="1302" y="130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74A284E8-E4E4-4CEA-9572-F60DABFCB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563" y="1333500"/>
              <a:ext cx="1365250" cy="1239838"/>
            </a:xfrm>
            <a:custGeom>
              <a:avLst/>
              <a:gdLst>
                <a:gd name="T0" fmla="*/ 2684 w 2936"/>
                <a:gd name="T1" fmla="*/ 2096 h 2669"/>
                <a:gd name="T2" fmla="*/ 2307 w 2936"/>
                <a:gd name="T3" fmla="*/ 1757 h 2669"/>
                <a:gd name="T4" fmla="*/ 2138 w 2936"/>
                <a:gd name="T5" fmla="*/ 1465 h 2669"/>
                <a:gd name="T6" fmla="*/ 2023 w 2936"/>
                <a:gd name="T7" fmla="*/ 1391 h 2669"/>
                <a:gd name="T8" fmla="*/ 1866 w 2936"/>
                <a:gd name="T9" fmla="*/ 1371 h 2669"/>
                <a:gd name="T10" fmla="*/ 1450 w 2936"/>
                <a:gd name="T11" fmla="*/ 1480 h 2669"/>
                <a:gd name="T12" fmla="*/ 1353 w 2936"/>
                <a:gd name="T13" fmla="*/ 1340 h 2669"/>
                <a:gd name="T14" fmla="*/ 1138 w 2936"/>
                <a:gd name="T15" fmla="*/ 979 h 2669"/>
                <a:gd name="T16" fmla="*/ 1043 w 2936"/>
                <a:gd name="T17" fmla="*/ 867 h 2669"/>
                <a:gd name="T18" fmla="*/ 995 w 2936"/>
                <a:gd name="T19" fmla="*/ 957 h 2669"/>
                <a:gd name="T20" fmla="*/ 772 w 2936"/>
                <a:gd name="T21" fmla="*/ 1290 h 2669"/>
                <a:gd name="T22" fmla="*/ 751 w 2936"/>
                <a:gd name="T23" fmla="*/ 1443 h 2669"/>
                <a:gd name="T24" fmla="*/ 874 w 2936"/>
                <a:gd name="T25" fmla="*/ 1686 h 2669"/>
                <a:gd name="T26" fmla="*/ 954 w 2936"/>
                <a:gd name="T27" fmla="*/ 2250 h 2669"/>
                <a:gd name="T28" fmla="*/ 941 w 2936"/>
                <a:gd name="T29" fmla="*/ 2482 h 2669"/>
                <a:gd name="T30" fmla="*/ 725 w 2936"/>
                <a:gd name="T31" fmla="*/ 2648 h 2669"/>
                <a:gd name="T32" fmla="*/ 805 w 2936"/>
                <a:gd name="T33" fmla="*/ 2514 h 2669"/>
                <a:gd name="T34" fmla="*/ 816 w 2936"/>
                <a:gd name="T35" fmla="*/ 1626 h 2669"/>
                <a:gd name="T36" fmla="*/ 672 w 2936"/>
                <a:gd name="T37" fmla="*/ 1273 h 2669"/>
                <a:gd name="T38" fmla="*/ 617 w 2936"/>
                <a:gd name="T39" fmla="*/ 841 h 2669"/>
                <a:gd name="T40" fmla="*/ 351 w 2936"/>
                <a:gd name="T41" fmla="*/ 505 h 2669"/>
                <a:gd name="T42" fmla="*/ 73 w 2936"/>
                <a:gd name="T43" fmla="*/ 450 h 2669"/>
                <a:gd name="T44" fmla="*/ 43 w 2936"/>
                <a:gd name="T45" fmla="*/ 247 h 2669"/>
                <a:gd name="T46" fmla="*/ 285 w 2936"/>
                <a:gd name="T47" fmla="*/ 133 h 2669"/>
                <a:gd name="T48" fmla="*/ 887 w 2936"/>
                <a:gd name="T49" fmla="*/ 164 h 2669"/>
                <a:gd name="T50" fmla="*/ 864 w 2936"/>
                <a:gd name="T51" fmla="*/ 255 h 2669"/>
                <a:gd name="T52" fmla="*/ 1325 w 2936"/>
                <a:gd name="T53" fmla="*/ 679 h 2669"/>
                <a:gd name="T54" fmla="*/ 2390 w 2936"/>
                <a:gd name="T55" fmla="*/ 717 h 2669"/>
                <a:gd name="T56" fmla="*/ 2612 w 2936"/>
                <a:gd name="T57" fmla="*/ 603 h 2669"/>
                <a:gd name="T58" fmla="*/ 2859 w 2936"/>
                <a:gd name="T59" fmla="*/ 603 h 2669"/>
                <a:gd name="T60" fmla="*/ 2811 w 2936"/>
                <a:gd name="T61" fmla="*/ 644 h 2669"/>
                <a:gd name="T62" fmla="*/ 2514 w 2936"/>
                <a:gd name="T63" fmla="*/ 817 h 2669"/>
                <a:gd name="T64" fmla="*/ 2580 w 2936"/>
                <a:gd name="T65" fmla="*/ 1165 h 2669"/>
                <a:gd name="T66" fmla="*/ 2794 w 2936"/>
                <a:gd name="T67" fmla="*/ 1880 h 2669"/>
                <a:gd name="T68" fmla="*/ 2895 w 2936"/>
                <a:gd name="T69" fmla="*/ 2066 h 2669"/>
                <a:gd name="T70" fmla="*/ 2932 w 2936"/>
                <a:gd name="T71" fmla="*/ 2584 h 2669"/>
                <a:gd name="T72" fmla="*/ 2770 w 2936"/>
                <a:gd name="T73" fmla="*/ 2665 h 2669"/>
                <a:gd name="T74" fmla="*/ 2690 w 2936"/>
                <a:gd name="T75" fmla="*/ 2546 h 2669"/>
                <a:gd name="T76" fmla="*/ 2792 w 2936"/>
                <a:gd name="T77" fmla="*/ 2514 h 2669"/>
                <a:gd name="T78" fmla="*/ 2791 w 2936"/>
                <a:gd name="T79" fmla="*/ 2456 h 2669"/>
                <a:gd name="T80" fmla="*/ 2672 w 2936"/>
                <a:gd name="T81" fmla="*/ 2452 h 2669"/>
                <a:gd name="T82" fmla="*/ 2662 w 2936"/>
                <a:gd name="T83" fmla="*/ 2356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936" h="2669">
                  <a:moveTo>
                    <a:pt x="2722" y="2335"/>
                  </a:moveTo>
                  <a:cubicBezTo>
                    <a:pt x="2718" y="2252"/>
                    <a:pt x="2712" y="2173"/>
                    <a:pt x="2684" y="2096"/>
                  </a:cubicBezTo>
                  <a:cubicBezTo>
                    <a:pt x="2668" y="2052"/>
                    <a:pt x="2643" y="2017"/>
                    <a:pt x="2605" y="1988"/>
                  </a:cubicBezTo>
                  <a:cubicBezTo>
                    <a:pt x="2506" y="1911"/>
                    <a:pt x="2408" y="1832"/>
                    <a:pt x="2307" y="1757"/>
                  </a:cubicBezTo>
                  <a:cubicBezTo>
                    <a:pt x="2258" y="1720"/>
                    <a:pt x="2223" y="1674"/>
                    <a:pt x="2200" y="1619"/>
                  </a:cubicBezTo>
                  <a:cubicBezTo>
                    <a:pt x="2178" y="1568"/>
                    <a:pt x="2159" y="1516"/>
                    <a:pt x="2138" y="1465"/>
                  </a:cubicBezTo>
                  <a:cubicBezTo>
                    <a:pt x="2133" y="1450"/>
                    <a:pt x="2126" y="1436"/>
                    <a:pt x="2119" y="1422"/>
                  </a:cubicBezTo>
                  <a:cubicBezTo>
                    <a:pt x="2086" y="1359"/>
                    <a:pt x="2085" y="1361"/>
                    <a:pt x="2023" y="1391"/>
                  </a:cubicBezTo>
                  <a:cubicBezTo>
                    <a:pt x="1998" y="1403"/>
                    <a:pt x="1970" y="1409"/>
                    <a:pt x="1943" y="1415"/>
                  </a:cubicBezTo>
                  <a:cubicBezTo>
                    <a:pt x="1905" y="1423"/>
                    <a:pt x="1879" y="1407"/>
                    <a:pt x="1866" y="1371"/>
                  </a:cubicBezTo>
                  <a:cubicBezTo>
                    <a:pt x="1858" y="1348"/>
                    <a:pt x="1845" y="1343"/>
                    <a:pt x="1822" y="1352"/>
                  </a:cubicBezTo>
                  <a:cubicBezTo>
                    <a:pt x="1698" y="1395"/>
                    <a:pt x="1574" y="1438"/>
                    <a:pt x="1450" y="1480"/>
                  </a:cubicBezTo>
                  <a:cubicBezTo>
                    <a:pt x="1409" y="1494"/>
                    <a:pt x="1355" y="1455"/>
                    <a:pt x="1354" y="1411"/>
                  </a:cubicBezTo>
                  <a:cubicBezTo>
                    <a:pt x="1353" y="1387"/>
                    <a:pt x="1353" y="1364"/>
                    <a:pt x="1353" y="1340"/>
                  </a:cubicBezTo>
                  <a:cubicBezTo>
                    <a:pt x="1356" y="1205"/>
                    <a:pt x="1296" y="1107"/>
                    <a:pt x="1184" y="1035"/>
                  </a:cubicBezTo>
                  <a:cubicBezTo>
                    <a:pt x="1165" y="1023"/>
                    <a:pt x="1150" y="1000"/>
                    <a:pt x="1138" y="979"/>
                  </a:cubicBezTo>
                  <a:cubicBezTo>
                    <a:pt x="1124" y="952"/>
                    <a:pt x="1116" y="922"/>
                    <a:pt x="1102" y="894"/>
                  </a:cubicBezTo>
                  <a:cubicBezTo>
                    <a:pt x="1091" y="871"/>
                    <a:pt x="1067" y="856"/>
                    <a:pt x="1043" y="867"/>
                  </a:cubicBezTo>
                  <a:cubicBezTo>
                    <a:pt x="1026" y="875"/>
                    <a:pt x="1012" y="895"/>
                    <a:pt x="1001" y="914"/>
                  </a:cubicBezTo>
                  <a:cubicBezTo>
                    <a:pt x="995" y="925"/>
                    <a:pt x="997" y="942"/>
                    <a:pt x="995" y="957"/>
                  </a:cubicBezTo>
                  <a:cubicBezTo>
                    <a:pt x="990" y="1010"/>
                    <a:pt x="969" y="1048"/>
                    <a:pt x="915" y="1071"/>
                  </a:cubicBezTo>
                  <a:cubicBezTo>
                    <a:pt x="820" y="1111"/>
                    <a:pt x="774" y="1186"/>
                    <a:pt x="772" y="1290"/>
                  </a:cubicBezTo>
                  <a:cubicBezTo>
                    <a:pt x="771" y="1310"/>
                    <a:pt x="763" y="1332"/>
                    <a:pt x="753" y="1350"/>
                  </a:cubicBezTo>
                  <a:cubicBezTo>
                    <a:pt x="735" y="1382"/>
                    <a:pt x="734" y="1410"/>
                    <a:pt x="751" y="1443"/>
                  </a:cubicBezTo>
                  <a:cubicBezTo>
                    <a:pt x="790" y="1512"/>
                    <a:pt x="843" y="1560"/>
                    <a:pt x="924" y="1571"/>
                  </a:cubicBezTo>
                  <a:cubicBezTo>
                    <a:pt x="906" y="1611"/>
                    <a:pt x="888" y="1648"/>
                    <a:pt x="874" y="1686"/>
                  </a:cubicBezTo>
                  <a:cubicBezTo>
                    <a:pt x="844" y="1769"/>
                    <a:pt x="842" y="1853"/>
                    <a:pt x="868" y="1939"/>
                  </a:cubicBezTo>
                  <a:cubicBezTo>
                    <a:pt x="900" y="2042"/>
                    <a:pt x="933" y="2145"/>
                    <a:pt x="954" y="2250"/>
                  </a:cubicBezTo>
                  <a:cubicBezTo>
                    <a:pt x="967" y="2316"/>
                    <a:pt x="959" y="2387"/>
                    <a:pt x="959" y="2455"/>
                  </a:cubicBezTo>
                  <a:cubicBezTo>
                    <a:pt x="959" y="2465"/>
                    <a:pt x="949" y="2479"/>
                    <a:pt x="941" y="2482"/>
                  </a:cubicBezTo>
                  <a:cubicBezTo>
                    <a:pt x="853" y="2513"/>
                    <a:pt x="830" y="2554"/>
                    <a:pt x="852" y="2649"/>
                  </a:cubicBezTo>
                  <a:cubicBezTo>
                    <a:pt x="809" y="2649"/>
                    <a:pt x="766" y="2653"/>
                    <a:pt x="725" y="2648"/>
                  </a:cubicBezTo>
                  <a:cubicBezTo>
                    <a:pt x="696" y="2644"/>
                    <a:pt x="697" y="2617"/>
                    <a:pt x="706" y="2596"/>
                  </a:cubicBezTo>
                  <a:cubicBezTo>
                    <a:pt x="725" y="2554"/>
                    <a:pt x="752" y="2517"/>
                    <a:pt x="805" y="2514"/>
                  </a:cubicBezTo>
                  <a:cubicBezTo>
                    <a:pt x="828" y="2513"/>
                    <a:pt x="837" y="2504"/>
                    <a:pt x="837" y="2479"/>
                  </a:cubicBezTo>
                  <a:cubicBezTo>
                    <a:pt x="845" y="2194"/>
                    <a:pt x="839" y="1910"/>
                    <a:pt x="816" y="1626"/>
                  </a:cubicBezTo>
                  <a:cubicBezTo>
                    <a:pt x="814" y="1608"/>
                    <a:pt x="805" y="1590"/>
                    <a:pt x="796" y="1573"/>
                  </a:cubicBezTo>
                  <a:cubicBezTo>
                    <a:pt x="745" y="1477"/>
                    <a:pt x="696" y="1380"/>
                    <a:pt x="672" y="1273"/>
                  </a:cubicBezTo>
                  <a:cubicBezTo>
                    <a:pt x="649" y="1172"/>
                    <a:pt x="638" y="1070"/>
                    <a:pt x="640" y="967"/>
                  </a:cubicBezTo>
                  <a:cubicBezTo>
                    <a:pt x="640" y="925"/>
                    <a:pt x="632" y="880"/>
                    <a:pt x="617" y="841"/>
                  </a:cubicBezTo>
                  <a:cubicBezTo>
                    <a:pt x="586" y="757"/>
                    <a:pt x="549" y="676"/>
                    <a:pt x="511" y="595"/>
                  </a:cubicBezTo>
                  <a:cubicBezTo>
                    <a:pt x="480" y="527"/>
                    <a:pt x="430" y="492"/>
                    <a:pt x="351" y="505"/>
                  </a:cubicBezTo>
                  <a:cubicBezTo>
                    <a:pt x="301" y="513"/>
                    <a:pt x="250" y="515"/>
                    <a:pt x="199" y="519"/>
                  </a:cubicBezTo>
                  <a:cubicBezTo>
                    <a:pt x="142" y="524"/>
                    <a:pt x="101" y="496"/>
                    <a:pt x="73" y="450"/>
                  </a:cubicBezTo>
                  <a:cubicBezTo>
                    <a:pt x="51" y="413"/>
                    <a:pt x="34" y="373"/>
                    <a:pt x="17" y="334"/>
                  </a:cubicBezTo>
                  <a:cubicBezTo>
                    <a:pt x="0" y="292"/>
                    <a:pt x="4" y="269"/>
                    <a:pt x="43" y="247"/>
                  </a:cubicBezTo>
                  <a:cubicBezTo>
                    <a:pt x="89" y="221"/>
                    <a:pt x="138" y="201"/>
                    <a:pt x="189" y="185"/>
                  </a:cubicBezTo>
                  <a:cubicBezTo>
                    <a:pt x="225" y="174"/>
                    <a:pt x="255" y="157"/>
                    <a:pt x="285" y="133"/>
                  </a:cubicBezTo>
                  <a:cubicBezTo>
                    <a:pt x="406" y="37"/>
                    <a:pt x="548" y="0"/>
                    <a:pt x="699" y="22"/>
                  </a:cubicBezTo>
                  <a:cubicBezTo>
                    <a:pt x="781" y="35"/>
                    <a:pt x="840" y="96"/>
                    <a:pt x="887" y="164"/>
                  </a:cubicBezTo>
                  <a:cubicBezTo>
                    <a:pt x="910" y="198"/>
                    <a:pt x="882" y="223"/>
                    <a:pt x="863" y="248"/>
                  </a:cubicBezTo>
                  <a:cubicBezTo>
                    <a:pt x="863" y="251"/>
                    <a:pt x="863" y="254"/>
                    <a:pt x="864" y="255"/>
                  </a:cubicBezTo>
                  <a:cubicBezTo>
                    <a:pt x="939" y="327"/>
                    <a:pt x="995" y="414"/>
                    <a:pt x="1046" y="503"/>
                  </a:cubicBezTo>
                  <a:cubicBezTo>
                    <a:pt x="1108" y="612"/>
                    <a:pt x="1204" y="671"/>
                    <a:pt x="1325" y="679"/>
                  </a:cubicBezTo>
                  <a:cubicBezTo>
                    <a:pt x="1420" y="685"/>
                    <a:pt x="1516" y="676"/>
                    <a:pt x="1612" y="671"/>
                  </a:cubicBezTo>
                  <a:cubicBezTo>
                    <a:pt x="1873" y="658"/>
                    <a:pt x="2133" y="660"/>
                    <a:pt x="2390" y="717"/>
                  </a:cubicBezTo>
                  <a:cubicBezTo>
                    <a:pt x="2407" y="721"/>
                    <a:pt x="2431" y="714"/>
                    <a:pt x="2447" y="704"/>
                  </a:cubicBezTo>
                  <a:cubicBezTo>
                    <a:pt x="2503" y="672"/>
                    <a:pt x="2556" y="636"/>
                    <a:pt x="2612" y="603"/>
                  </a:cubicBezTo>
                  <a:cubicBezTo>
                    <a:pt x="2681" y="561"/>
                    <a:pt x="2754" y="544"/>
                    <a:pt x="2831" y="585"/>
                  </a:cubicBezTo>
                  <a:cubicBezTo>
                    <a:pt x="2841" y="590"/>
                    <a:pt x="2851" y="595"/>
                    <a:pt x="2859" y="603"/>
                  </a:cubicBezTo>
                  <a:cubicBezTo>
                    <a:pt x="2878" y="620"/>
                    <a:pt x="2874" y="638"/>
                    <a:pt x="2848" y="644"/>
                  </a:cubicBezTo>
                  <a:cubicBezTo>
                    <a:pt x="2837" y="647"/>
                    <a:pt x="2823" y="648"/>
                    <a:pt x="2811" y="644"/>
                  </a:cubicBezTo>
                  <a:cubicBezTo>
                    <a:pt x="2754" y="628"/>
                    <a:pt x="2707" y="649"/>
                    <a:pt x="2665" y="686"/>
                  </a:cubicBezTo>
                  <a:cubicBezTo>
                    <a:pt x="2614" y="729"/>
                    <a:pt x="2563" y="772"/>
                    <a:pt x="2514" y="817"/>
                  </a:cubicBezTo>
                  <a:cubicBezTo>
                    <a:pt x="2506" y="825"/>
                    <a:pt x="2502" y="848"/>
                    <a:pt x="2508" y="855"/>
                  </a:cubicBezTo>
                  <a:cubicBezTo>
                    <a:pt x="2581" y="948"/>
                    <a:pt x="2568" y="1059"/>
                    <a:pt x="2580" y="1165"/>
                  </a:cubicBezTo>
                  <a:cubicBezTo>
                    <a:pt x="2593" y="1284"/>
                    <a:pt x="2603" y="1404"/>
                    <a:pt x="2620" y="1522"/>
                  </a:cubicBezTo>
                  <a:cubicBezTo>
                    <a:pt x="2641" y="1659"/>
                    <a:pt x="2694" y="1781"/>
                    <a:pt x="2794" y="1880"/>
                  </a:cubicBezTo>
                  <a:cubicBezTo>
                    <a:pt x="2810" y="1896"/>
                    <a:pt x="2824" y="1914"/>
                    <a:pt x="2839" y="1931"/>
                  </a:cubicBezTo>
                  <a:cubicBezTo>
                    <a:pt x="2872" y="1969"/>
                    <a:pt x="2891" y="2013"/>
                    <a:pt x="2895" y="2066"/>
                  </a:cubicBezTo>
                  <a:cubicBezTo>
                    <a:pt x="2907" y="2212"/>
                    <a:pt x="2922" y="2359"/>
                    <a:pt x="2934" y="2506"/>
                  </a:cubicBezTo>
                  <a:cubicBezTo>
                    <a:pt x="2936" y="2531"/>
                    <a:pt x="2935" y="2558"/>
                    <a:pt x="2932" y="2584"/>
                  </a:cubicBezTo>
                  <a:cubicBezTo>
                    <a:pt x="2925" y="2630"/>
                    <a:pt x="2900" y="2650"/>
                    <a:pt x="2854" y="2654"/>
                  </a:cubicBezTo>
                  <a:cubicBezTo>
                    <a:pt x="2826" y="2656"/>
                    <a:pt x="2798" y="2661"/>
                    <a:pt x="2770" y="2665"/>
                  </a:cubicBezTo>
                  <a:cubicBezTo>
                    <a:pt x="2737" y="2669"/>
                    <a:pt x="2705" y="2667"/>
                    <a:pt x="2685" y="2637"/>
                  </a:cubicBezTo>
                  <a:cubicBezTo>
                    <a:pt x="2665" y="2607"/>
                    <a:pt x="2675" y="2575"/>
                    <a:pt x="2690" y="2546"/>
                  </a:cubicBezTo>
                  <a:cubicBezTo>
                    <a:pt x="2703" y="2522"/>
                    <a:pt x="2724" y="2510"/>
                    <a:pt x="2751" y="2511"/>
                  </a:cubicBezTo>
                  <a:cubicBezTo>
                    <a:pt x="2765" y="2511"/>
                    <a:pt x="2778" y="2513"/>
                    <a:pt x="2792" y="2514"/>
                  </a:cubicBezTo>
                  <a:cubicBezTo>
                    <a:pt x="2807" y="2514"/>
                    <a:pt x="2827" y="2520"/>
                    <a:pt x="2827" y="2495"/>
                  </a:cubicBezTo>
                  <a:cubicBezTo>
                    <a:pt x="2827" y="2473"/>
                    <a:pt x="2818" y="2455"/>
                    <a:pt x="2791" y="2456"/>
                  </a:cubicBezTo>
                  <a:cubicBezTo>
                    <a:pt x="2772" y="2456"/>
                    <a:pt x="2752" y="2457"/>
                    <a:pt x="2733" y="2456"/>
                  </a:cubicBezTo>
                  <a:cubicBezTo>
                    <a:pt x="2713" y="2455"/>
                    <a:pt x="2692" y="2455"/>
                    <a:pt x="2672" y="2452"/>
                  </a:cubicBezTo>
                  <a:cubicBezTo>
                    <a:pt x="2651" y="2448"/>
                    <a:pt x="2619" y="2445"/>
                    <a:pt x="2622" y="2417"/>
                  </a:cubicBezTo>
                  <a:cubicBezTo>
                    <a:pt x="2625" y="2395"/>
                    <a:pt x="2644" y="2372"/>
                    <a:pt x="2662" y="2356"/>
                  </a:cubicBezTo>
                  <a:cubicBezTo>
                    <a:pt x="2676" y="2343"/>
                    <a:pt x="2699" y="2342"/>
                    <a:pt x="2722" y="2335"/>
                  </a:cubicBez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384B52DE-55F3-4C6B-BB93-BA9483531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768475"/>
              <a:ext cx="625475" cy="804863"/>
            </a:xfrm>
            <a:custGeom>
              <a:avLst/>
              <a:gdLst>
                <a:gd name="T0" fmla="*/ 601 w 1346"/>
                <a:gd name="T1" fmla="*/ 1571 h 1731"/>
                <a:gd name="T2" fmla="*/ 406 w 1346"/>
                <a:gd name="T3" fmla="*/ 1347 h 1731"/>
                <a:gd name="T4" fmla="*/ 400 w 1346"/>
                <a:gd name="T5" fmla="*/ 1349 h 1731"/>
                <a:gd name="T6" fmla="*/ 336 w 1346"/>
                <a:gd name="T7" fmla="*/ 1541 h 1731"/>
                <a:gd name="T8" fmla="*/ 306 w 1346"/>
                <a:gd name="T9" fmla="*/ 1645 h 1731"/>
                <a:gd name="T10" fmla="*/ 236 w 1346"/>
                <a:gd name="T11" fmla="*/ 1706 h 1731"/>
                <a:gd name="T12" fmla="*/ 152 w 1346"/>
                <a:gd name="T13" fmla="*/ 1697 h 1731"/>
                <a:gd name="T14" fmla="*/ 117 w 1346"/>
                <a:gd name="T15" fmla="*/ 1663 h 1731"/>
                <a:gd name="T16" fmla="*/ 143 w 1346"/>
                <a:gd name="T17" fmla="*/ 1612 h 1731"/>
                <a:gd name="T18" fmla="*/ 174 w 1346"/>
                <a:gd name="T19" fmla="*/ 1603 h 1731"/>
                <a:gd name="T20" fmla="*/ 226 w 1346"/>
                <a:gd name="T21" fmla="*/ 1556 h 1731"/>
                <a:gd name="T22" fmla="*/ 214 w 1346"/>
                <a:gd name="T23" fmla="*/ 1237 h 1731"/>
                <a:gd name="T24" fmla="*/ 148 w 1346"/>
                <a:gd name="T25" fmla="*/ 1019 h 1731"/>
                <a:gd name="T26" fmla="*/ 180 w 1346"/>
                <a:gd name="T27" fmla="*/ 683 h 1731"/>
                <a:gd name="T28" fmla="*/ 197 w 1346"/>
                <a:gd name="T29" fmla="*/ 640 h 1731"/>
                <a:gd name="T30" fmla="*/ 153 w 1346"/>
                <a:gd name="T31" fmla="*/ 578 h 1731"/>
                <a:gd name="T32" fmla="*/ 49 w 1346"/>
                <a:gd name="T33" fmla="*/ 526 h 1731"/>
                <a:gd name="T34" fmla="*/ 33 w 1346"/>
                <a:gd name="T35" fmla="*/ 412 h 1731"/>
                <a:gd name="T36" fmla="*/ 44 w 1346"/>
                <a:gd name="T37" fmla="*/ 350 h 1731"/>
                <a:gd name="T38" fmla="*/ 142 w 1346"/>
                <a:gd name="T39" fmla="*/ 192 h 1731"/>
                <a:gd name="T40" fmla="*/ 270 w 1346"/>
                <a:gd name="T41" fmla="*/ 14 h 1731"/>
                <a:gd name="T42" fmla="*/ 274 w 1346"/>
                <a:gd name="T43" fmla="*/ 0 h 1731"/>
                <a:gd name="T44" fmla="*/ 292 w 1346"/>
                <a:gd name="T45" fmla="*/ 43 h 1731"/>
                <a:gd name="T46" fmla="*/ 385 w 1346"/>
                <a:gd name="T47" fmla="*/ 159 h 1731"/>
                <a:gd name="T48" fmla="*/ 509 w 1346"/>
                <a:gd name="T49" fmla="*/ 374 h 1731"/>
                <a:gd name="T50" fmla="*/ 509 w 1346"/>
                <a:gd name="T51" fmla="*/ 445 h 1731"/>
                <a:gd name="T52" fmla="*/ 564 w 1346"/>
                <a:gd name="T53" fmla="*/ 571 h 1731"/>
                <a:gd name="T54" fmla="*/ 1012 w 1346"/>
                <a:gd name="T55" fmla="*/ 935 h 1731"/>
                <a:gd name="T56" fmla="*/ 1183 w 1346"/>
                <a:gd name="T57" fmla="*/ 1366 h 1731"/>
                <a:gd name="T58" fmla="*/ 1151 w 1346"/>
                <a:gd name="T59" fmla="*/ 1554 h 1731"/>
                <a:gd name="T60" fmla="*/ 1197 w 1346"/>
                <a:gd name="T61" fmla="*/ 1508 h 1731"/>
                <a:gd name="T62" fmla="*/ 1250 w 1346"/>
                <a:gd name="T63" fmla="*/ 1293 h 1731"/>
                <a:gd name="T64" fmla="*/ 1178 w 1346"/>
                <a:gd name="T65" fmla="*/ 967 h 1731"/>
                <a:gd name="T66" fmla="*/ 1079 w 1346"/>
                <a:gd name="T67" fmla="*/ 671 h 1731"/>
                <a:gd name="T68" fmla="*/ 1076 w 1346"/>
                <a:gd name="T69" fmla="*/ 597 h 1731"/>
                <a:gd name="T70" fmla="*/ 1099 w 1346"/>
                <a:gd name="T71" fmla="*/ 564 h 1731"/>
                <a:gd name="T72" fmla="*/ 1137 w 1346"/>
                <a:gd name="T73" fmla="*/ 580 h 1731"/>
                <a:gd name="T74" fmla="*/ 1146 w 1346"/>
                <a:gd name="T75" fmla="*/ 594 h 1731"/>
                <a:gd name="T76" fmla="*/ 1329 w 1346"/>
                <a:gd name="T77" fmla="*/ 1339 h 1731"/>
                <a:gd name="T78" fmla="*/ 1232 w 1346"/>
                <a:gd name="T79" fmla="*/ 1600 h 1731"/>
                <a:gd name="T80" fmla="*/ 1063 w 1346"/>
                <a:gd name="T81" fmla="*/ 1701 h 1731"/>
                <a:gd name="T82" fmla="*/ 769 w 1346"/>
                <a:gd name="T83" fmla="*/ 1726 h 1731"/>
                <a:gd name="T84" fmla="*/ 352 w 1346"/>
                <a:gd name="T85" fmla="*/ 1702 h 1731"/>
                <a:gd name="T86" fmla="*/ 326 w 1346"/>
                <a:gd name="T87" fmla="*/ 1667 h 1731"/>
                <a:gd name="T88" fmla="*/ 408 w 1346"/>
                <a:gd name="T89" fmla="*/ 1596 h 1731"/>
                <a:gd name="T90" fmla="*/ 601 w 1346"/>
                <a:gd name="T91" fmla="*/ 1571 h 1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46" h="1731">
                  <a:moveTo>
                    <a:pt x="601" y="1571"/>
                  </a:moveTo>
                  <a:cubicBezTo>
                    <a:pt x="487" y="1531"/>
                    <a:pt x="460" y="1428"/>
                    <a:pt x="406" y="1347"/>
                  </a:cubicBezTo>
                  <a:cubicBezTo>
                    <a:pt x="403" y="1348"/>
                    <a:pt x="400" y="1348"/>
                    <a:pt x="400" y="1349"/>
                  </a:cubicBezTo>
                  <a:cubicBezTo>
                    <a:pt x="394" y="1418"/>
                    <a:pt x="366" y="1480"/>
                    <a:pt x="336" y="1541"/>
                  </a:cubicBezTo>
                  <a:cubicBezTo>
                    <a:pt x="321" y="1573"/>
                    <a:pt x="315" y="1610"/>
                    <a:pt x="306" y="1645"/>
                  </a:cubicBezTo>
                  <a:cubicBezTo>
                    <a:pt x="295" y="1686"/>
                    <a:pt x="277" y="1704"/>
                    <a:pt x="236" y="1706"/>
                  </a:cubicBezTo>
                  <a:cubicBezTo>
                    <a:pt x="208" y="1707"/>
                    <a:pt x="179" y="1705"/>
                    <a:pt x="152" y="1697"/>
                  </a:cubicBezTo>
                  <a:cubicBezTo>
                    <a:pt x="138" y="1693"/>
                    <a:pt x="118" y="1675"/>
                    <a:pt x="117" y="1663"/>
                  </a:cubicBezTo>
                  <a:cubicBezTo>
                    <a:pt x="117" y="1646"/>
                    <a:pt x="131" y="1627"/>
                    <a:pt x="143" y="1612"/>
                  </a:cubicBezTo>
                  <a:cubicBezTo>
                    <a:pt x="149" y="1605"/>
                    <a:pt x="164" y="1601"/>
                    <a:pt x="174" y="1603"/>
                  </a:cubicBezTo>
                  <a:cubicBezTo>
                    <a:pt x="212" y="1608"/>
                    <a:pt x="219" y="1584"/>
                    <a:pt x="226" y="1556"/>
                  </a:cubicBezTo>
                  <a:cubicBezTo>
                    <a:pt x="251" y="1448"/>
                    <a:pt x="242" y="1342"/>
                    <a:pt x="214" y="1237"/>
                  </a:cubicBezTo>
                  <a:cubicBezTo>
                    <a:pt x="195" y="1163"/>
                    <a:pt x="175" y="1090"/>
                    <a:pt x="148" y="1019"/>
                  </a:cubicBezTo>
                  <a:cubicBezTo>
                    <a:pt x="103" y="901"/>
                    <a:pt x="119" y="790"/>
                    <a:pt x="180" y="683"/>
                  </a:cubicBezTo>
                  <a:cubicBezTo>
                    <a:pt x="188" y="670"/>
                    <a:pt x="195" y="655"/>
                    <a:pt x="197" y="640"/>
                  </a:cubicBezTo>
                  <a:cubicBezTo>
                    <a:pt x="203" y="602"/>
                    <a:pt x="190" y="585"/>
                    <a:pt x="153" y="578"/>
                  </a:cubicBezTo>
                  <a:cubicBezTo>
                    <a:pt x="114" y="571"/>
                    <a:pt x="77" y="559"/>
                    <a:pt x="49" y="526"/>
                  </a:cubicBezTo>
                  <a:cubicBezTo>
                    <a:pt x="20" y="491"/>
                    <a:pt x="0" y="458"/>
                    <a:pt x="33" y="412"/>
                  </a:cubicBezTo>
                  <a:cubicBezTo>
                    <a:pt x="44" y="397"/>
                    <a:pt x="44" y="371"/>
                    <a:pt x="44" y="350"/>
                  </a:cubicBezTo>
                  <a:cubicBezTo>
                    <a:pt x="44" y="277"/>
                    <a:pt x="75" y="219"/>
                    <a:pt x="142" y="192"/>
                  </a:cubicBezTo>
                  <a:cubicBezTo>
                    <a:pt x="226" y="159"/>
                    <a:pt x="262" y="99"/>
                    <a:pt x="270" y="14"/>
                  </a:cubicBezTo>
                  <a:cubicBezTo>
                    <a:pt x="270" y="11"/>
                    <a:pt x="272" y="7"/>
                    <a:pt x="274" y="0"/>
                  </a:cubicBezTo>
                  <a:cubicBezTo>
                    <a:pt x="281" y="17"/>
                    <a:pt x="287" y="30"/>
                    <a:pt x="292" y="43"/>
                  </a:cubicBezTo>
                  <a:cubicBezTo>
                    <a:pt x="309" y="93"/>
                    <a:pt x="340" y="129"/>
                    <a:pt x="385" y="159"/>
                  </a:cubicBezTo>
                  <a:cubicBezTo>
                    <a:pt x="460" y="209"/>
                    <a:pt x="506" y="280"/>
                    <a:pt x="509" y="374"/>
                  </a:cubicBezTo>
                  <a:cubicBezTo>
                    <a:pt x="510" y="397"/>
                    <a:pt x="513" y="422"/>
                    <a:pt x="509" y="445"/>
                  </a:cubicBezTo>
                  <a:cubicBezTo>
                    <a:pt x="501" y="499"/>
                    <a:pt x="524" y="538"/>
                    <a:pt x="564" y="571"/>
                  </a:cubicBezTo>
                  <a:cubicBezTo>
                    <a:pt x="713" y="693"/>
                    <a:pt x="856" y="824"/>
                    <a:pt x="1012" y="935"/>
                  </a:cubicBezTo>
                  <a:cubicBezTo>
                    <a:pt x="1168" y="1046"/>
                    <a:pt x="1208" y="1191"/>
                    <a:pt x="1183" y="1366"/>
                  </a:cubicBezTo>
                  <a:cubicBezTo>
                    <a:pt x="1175" y="1427"/>
                    <a:pt x="1158" y="1487"/>
                    <a:pt x="1151" y="1554"/>
                  </a:cubicBezTo>
                  <a:cubicBezTo>
                    <a:pt x="1166" y="1539"/>
                    <a:pt x="1185" y="1526"/>
                    <a:pt x="1197" y="1508"/>
                  </a:cubicBezTo>
                  <a:cubicBezTo>
                    <a:pt x="1238" y="1443"/>
                    <a:pt x="1247" y="1368"/>
                    <a:pt x="1250" y="1293"/>
                  </a:cubicBezTo>
                  <a:cubicBezTo>
                    <a:pt x="1253" y="1179"/>
                    <a:pt x="1217" y="1073"/>
                    <a:pt x="1178" y="967"/>
                  </a:cubicBezTo>
                  <a:cubicBezTo>
                    <a:pt x="1143" y="869"/>
                    <a:pt x="1110" y="770"/>
                    <a:pt x="1079" y="671"/>
                  </a:cubicBezTo>
                  <a:cubicBezTo>
                    <a:pt x="1072" y="648"/>
                    <a:pt x="1073" y="622"/>
                    <a:pt x="1076" y="597"/>
                  </a:cubicBezTo>
                  <a:cubicBezTo>
                    <a:pt x="1077" y="585"/>
                    <a:pt x="1089" y="567"/>
                    <a:pt x="1099" y="564"/>
                  </a:cubicBezTo>
                  <a:cubicBezTo>
                    <a:pt x="1109" y="561"/>
                    <a:pt x="1124" y="573"/>
                    <a:pt x="1137" y="580"/>
                  </a:cubicBezTo>
                  <a:cubicBezTo>
                    <a:pt x="1141" y="582"/>
                    <a:pt x="1144" y="589"/>
                    <a:pt x="1146" y="594"/>
                  </a:cubicBezTo>
                  <a:cubicBezTo>
                    <a:pt x="1273" y="826"/>
                    <a:pt x="1346" y="1072"/>
                    <a:pt x="1329" y="1339"/>
                  </a:cubicBezTo>
                  <a:cubicBezTo>
                    <a:pt x="1323" y="1434"/>
                    <a:pt x="1285" y="1522"/>
                    <a:pt x="1232" y="1600"/>
                  </a:cubicBezTo>
                  <a:cubicBezTo>
                    <a:pt x="1192" y="1659"/>
                    <a:pt x="1128" y="1682"/>
                    <a:pt x="1063" y="1701"/>
                  </a:cubicBezTo>
                  <a:cubicBezTo>
                    <a:pt x="967" y="1727"/>
                    <a:pt x="868" y="1731"/>
                    <a:pt x="769" y="1726"/>
                  </a:cubicBezTo>
                  <a:cubicBezTo>
                    <a:pt x="630" y="1719"/>
                    <a:pt x="491" y="1709"/>
                    <a:pt x="352" y="1702"/>
                  </a:cubicBezTo>
                  <a:cubicBezTo>
                    <a:pt x="325" y="1701"/>
                    <a:pt x="322" y="1688"/>
                    <a:pt x="326" y="1667"/>
                  </a:cubicBezTo>
                  <a:cubicBezTo>
                    <a:pt x="334" y="1630"/>
                    <a:pt x="365" y="1602"/>
                    <a:pt x="408" y="1596"/>
                  </a:cubicBezTo>
                  <a:cubicBezTo>
                    <a:pt x="469" y="1588"/>
                    <a:pt x="530" y="1580"/>
                    <a:pt x="601" y="1571"/>
                  </a:cubicBez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>
                <a:solidFill>
                  <a:srgbClr val="FF6600"/>
                </a:solidFill>
              </a:endParaRPr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xmlns="" id="{12E90055-0305-4941-BAC9-C2B7C669601D}"/>
              </a:ext>
            </a:extLst>
          </p:cNvPr>
          <p:cNvGrpSpPr/>
          <p:nvPr/>
        </p:nvGrpSpPr>
        <p:grpSpPr>
          <a:xfrm>
            <a:off x="7655615" y="0"/>
            <a:ext cx="1488385" cy="1423781"/>
            <a:chOff x="7655615" y="0"/>
            <a:chExt cx="1488385" cy="1423781"/>
          </a:xfrm>
          <a:solidFill>
            <a:srgbClr val="FF6600"/>
          </a:solidFill>
        </p:grpSpPr>
        <p:sp>
          <p:nvSpPr>
            <p:cNvPr id="42" name="Rectangle 69">
              <a:extLst>
                <a:ext uri="{FF2B5EF4-FFF2-40B4-BE49-F238E27FC236}">
                  <a16:creationId xmlns:a16="http://schemas.microsoft.com/office/drawing/2014/main" xmlns="" id="{D83FBEEC-9071-4562-88A3-F03D8073386E}"/>
                </a:ext>
              </a:extLst>
            </p:cNvPr>
            <p:cNvSpPr/>
            <p:nvPr/>
          </p:nvSpPr>
          <p:spPr>
            <a:xfrm>
              <a:off x="8743950" y="0"/>
              <a:ext cx="400050" cy="14237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3" name="Rectangle 70">
              <a:extLst>
                <a:ext uri="{FF2B5EF4-FFF2-40B4-BE49-F238E27FC236}">
                  <a16:creationId xmlns:a16="http://schemas.microsoft.com/office/drawing/2014/main" xmlns="" id="{DDADBAD6-D2E3-484B-93A5-F3A05680C6F0}"/>
                </a:ext>
              </a:extLst>
            </p:cNvPr>
            <p:cNvSpPr/>
            <p:nvPr/>
          </p:nvSpPr>
          <p:spPr>
            <a:xfrm>
              <a:off x="7655615" y="0"/>
              <a:ext cx="1488384" cy="3321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xmlns="" id="{44596999-4872-475B-8387-519470D37081}"/>
              </a:ext>
            </a:extLst>
          </p:cNvPr>
          <p:cNvGrpSpPr/>
          <p:nvPr/>
        </p:nvGrpSpPr>
        <p:grpSpPr>
          <a:xfrm flipH="1">
            <a:off x="-2197" y="18260"/>
            <a:ext cx="1519345" cy="1453397"/>
            <a:chOff x="7655615" y="0"/>
            <a:chExt cx="1488385" cy="1423781"/>
          </a:xfrm>
        </p:grpSpPr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xmlns="" id="{E1594C9C-9BD9-43DC-BB9B-BBBF7BE48750}"/>
                </a:ext>
              </a:extLst>
            </p:cNvPr>
            <p:cNvSpPr/>
            <p:nvPr/>
          </p:nvSpPr>
          <p:spPr>
            <a:xfrm>
              <a:off x="8743950" y="0"/>
              <a:ext cx="400050" cy="1423781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6" name="Rectangle 70">
              <a:extLst>
                <a:ext uri="{FF2B5EF4-FFF2-40B4-BE49-F238E27FC236}">
                  <a16:creationId xmlns:a16="http://schemas.microsoft.com/office/drawing/2014/main" xmlns="" id="{4A139814-33B8-4C12-8F68-75BA79742B3F}"/>
                </a:ext>
              </a:extLst>
            </p:cNvPr>
            <p:cNvSpPr/>
            <p:nvPr/>
          </p:nvSpPr>
          <p:spPr>
            <a:xfrm>
              <a:off x="7655615" y="0"/>
              <a:ext cx="1488384" cy="332140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</p:grpSp>
      <p:sp>
        <p:nvSpPr>
          <p:cNvPr id="15" name="Google Shape;505;p39"/>
          <p:cNvSpPr txBox="1">
            <a:spLocks/>
          </p:cNvSpPr>
          <p:nvPr/>
        </p:nvSpPr>
        <p:spPr>
          <a:xfrm>
            <a:off x="5801360" y="3099231"/>
            <a:ext cx="2824479" cy="1411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None/>
              <a:defRPr sz="16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None/>
              <a:defRPr sz="1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None/>
              <a:defRPr sz="1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None/>
              <a:defRPr sz="1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None/>
              <a:defRPr sz="1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None/>
              <a:defRPr sz="1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None/>
              <a:defRPr sz="1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None/>
              <a:defRPr sz="1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None/>
              <a:defRPr sz="1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 algn="ctr">
              <a:spcAft>
                <a:spcPts val="1600"/>
              </a:spcAft>
            </a:pP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Alfaro Ayzama José Fernando</a:t>
            </a:r>
          </a:p>
          <a:p>
            <a:pPr marL="0" indent="0" algn="ctr">
              <a:spcAft>
                <a:spcPts val="1600"/>
              </a:spcAft>
            </a:pPr>
            <a:r>
              <a:rPr lang="en-US" b="1" dirty="0" err="1" smtClean="0">
                <a:solidFill>
                  <a:schemeClr val="tx2">
                    <a:lumMod val="50000"/>
                  </a:schemeClr>
                </a:solidFill>
              </a:rPr>
              <a:t>Maydana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 Chavez Harold </a:t>
            </a:r>
          </a:p>
          <a:p>
            <a:pPr marL="0" indent="0" algn="ctr">
              <a:spcAft>
                <a:spcPts val="1600"/>
              </a:spcAft>
            </a:pP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Escobar </a:t>
            </a:r>
            <a:r>
              <a:rPr lang="en-US" b="1" dirty="0" err="1" smtClean="0">
                <a:solidFill>
                  <a:schemeClr val="tx2">
                    <a:lumMod val="50000"/>
                  </a:schemeClr>
                </a:solidFill>
              </a:rPr>
              <a:t>Zarate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 Julio Cesar</a:t>
            </a:r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Elipse 39">
            <a:extLst>
              <a:ext uri="{FF2B5EF4-FFF2-40B4-BE49-F238E27FC236}">
                <a16:creationId xmlns:a16="http://schemas.microsoft.com/office/drawing/2014/main" xmlns="" id="{8DE2D1EB-5850-4091-B5B4-EFE7FA5F1DC3}"/>
              </a:ext>
            </a:extLst>
          </p:cNvPr>
          <p:cNvSpPr/>
          <p:nvPr/>
        </p:nvSpPr>
        <p:spPr>
          <a:xfrm>
            <a:off x="5621311" y="2234600"/>
            <a:ext cx="2031950" cy="143696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4" name="Google Shape;504;p39"/>
          <p:cNvSpPr txBox="1">
            <a:spLocks noGrp="1"/>
          </p:cNvSpPr>
          <p:nvPr>
            <p:ph type="title"/>
          </p:nvPr>
        </p:nvSpPr>
        <p:spPr>
          <a:xfrm>
            <a:off x="4774881" y="2285400"/>
            <a:ext cx="373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505" name="Google Shape;505;p39"/>
          <p:cNvSpPr txBox="1">
            <a:spLocks noGrp="1"/>
          </p:cNvSpPr>
          <p:nvPr>
            <p:ph type="subTitle" idx="1"/>
          </p:nvPr>
        </p:nvSpPr>
        <p:spPr>
          <a:xfrm>
            <a:off x="4348480" y="3047974"/>
            <a:ext cx="4439920" cy="16561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spcAft>
                <a:spcPts val="1600"/>
              </a:spcAft>
            </a:pPr>
            <a:r>
              <a:rPr lang="es-MX" dirty="0">
                <a:solidFill>
                  <a:schemeClr val="tx2">
                    <a:lumMod val="50000"/>
                  </a:schemeClr>
                </a:solidFill>
              </a:rPr>
              <a:t>Este proyecto es un sistema web que optimiza la administración de una veterinaria, permitiendo gestionar clientes, mascotas, productos, servicios y ventas. Desarrollado con </a:t>
            </a:r>
            <a:r>
              <a:rPr lang="es-MX" b="1" dirty="0">
                <a:solidFill>
                  <a:schemeClr val="tx2">
                    <a:lumMod val="50000"/>
                  </a:schemeClr>
                </a:solidFill>
              </a:rPr>
              <a:t>Vue.js</a:t>
            </a:r>
            <a:r>
              <a:rPr lang="es-MX" dirty="0">
                <a:solidFill>
                  <a:schemeClr val="tx2">
                    <a:lumMod val="50000"/>
                  </a:schemeClr>
                </a:solidFill>
              </a:rPr>
              <a:t> y </a:t>
            </a:r>
            <a:r>
              <a:rPr lang="es-MX" b="1" dirty="0">
                <a:solidFill>
                  <a:schemeClr val="tx2">
                    <a:lumMod val="50000"/>
                  </a:schemeClr>
                </a:solidFill>
              </a:rPr>
              <a:t>Node.js</a:t>
            </a:r>
            <a:r>
              <a:rPr lang="es-MX" dirty="0">
                <a:solidFill>
                  <a:schemeClr val="tx2">
                    <a:lumMod val="50000"/>
                  </a:schemeClr>
                </a:solidFill>
              </a:rPr>
              <a:t>, incorpora autenticación </a:t>
            </a:r>
            <a:r>
              <a:rPr lang="es-MX" b="1" dirty="0">
                <a:solidFill>
                  <a:schemeClr val="tx2">
                    <a:lumMod val="50000"/>
                  </a:schemeClr>
                </a:solidFill>
              </a:rPr>
              <a:t>JWT</a:t>
            </a:r>
            <a:r>
              <a:rPr lang="es-MX" dirty="0">
                <a:solidFill>
                  <a:schemeClr val="tx2">
                    <a:lumMod val="50000"/>
                  </a:schemeClr>
                </a:solidFill>
              </a:rPr>
              <a:t> para un acceso seguro y eficiente.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506" name="Google Shape;506;p39"/>
          <p:cNvPicPr preferRelativeResize="0"/>
          <p:nvPr/>
        </p:nvPicPr>
        <p:blipFill rotWithShape="1">
          <a:blip r:embed="rId3">
            <a:alphaModFix/>
          </a:blip>
          <a:srcRect l="40628" t="279" r="8312"/>
          <a:stretch/>
        </p:blipFill>
        <p:spPr>
          <a:xfrm>
            <a:off x="442750" y="348343"/>
            <a:ext cx="3415551" cy="44407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xmlns="" id="{E7E80303-3DFF-5AA3-6BB0-00F89F3A258B}"/>
              </a:ext>
            </a:extLst>
          </p:cNvPr>
          <p:cNvGrpSpPr/>
          <p:nvPr/>
        </p:nvGrpSpPr>
        <p:grpSpPr>
          <a:xfrm>
            <a:off x="6005513" y="428625"/>
            <a:ext cx="1274762" cy="1857375"/>
            <a:chOff x="6005513" y="428625"/>
            <a:chExt cx="1274762" cy="1857375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xmlns="" id="{1B513951-7EC9-46ED-8B05-C60A61FBC7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80125" y="428625"/>
              <a:ext cx="1120775" cy="1350963"/>
            </a:xfrm>
            <a:custGeom>
              <a:avLst/>
              <a:gdLst>
                <a:gd name="T0" fmla="*/ 373 w 422"/>
                <a:gd name="T1" fmla="*/ 222 h 509"/>
                <a:gd name="T2" fmla="*/ 391 w 422"/>
                <a:gd name="T3" fmla="*/ 340 h 509"/>
                <a:gd name="T4" fmla="*/ 237 w 422"/>
                <a:gd name="T5" fmla="*/ 500 h 509"/>
                <a:gd name="T6" fmla="*/ 59 w 422"/>
                <a:gd name="T7" fmla="*/ 388 h 509"/>
                <a:gd name="T8" fmla="*/ 36 w 422"/>
                <a:gd name="T9" fmla="*/ 255 h 509"/>
                <a:gd name="T10" fmla="*/ 53 w 422"/>
                <a:gd name="T11" fmla="*/ 143 h 509"/>
                <a:gd name="T12" fmla="*/ 374 w 422"/>
                <a:gd name="T13" fmla="*/ 172 h 509"/>
                <a:gd name="T14" fmla="*/ 374 w 422"/>
                <a:gd name="T15" fmla="*/ 198 h 509"/>
                <a:gd name="T16" fmla="*/ 148 w 422"/>
                <a:gd name="T17" fmla="*/ 468 h 509"/>
                <a:gd name="T18" fmla="*/ 354 w 422"/>
                <a:gd name="T19" fmla="*/ 337 h 509"/>
                <a:gd name="T20" fmla="*/ 292 w 422"/>
                <a:gd name="T21" fmla="*/ 335 h 509"/>
                <a:gd name="T22" fmla="*/ 246 w 422"/>
                <a:gd name="T23" fmla="*/ 296 h 509"/>
                <a:gd name="T24" fmla="*/ 179 w 422"/>
                <a:gd name="T25" fmla="*/ 298 h 509"/>
                <a:gd name="T26" fmla="*/ 158 w 422"/>
                <a:gd name="T27" fmla="*/ 336 h 509"/>
                <a:gd name="T28" fmla="*/ 235 w 422"/>
                <a:gd name="T29" fmla="*/ 191 h 509"/>
                <a:gd name="T30" fmla="*/ 277 w 422"/>
                <a:gd name="T31" fmla="*/ 147 h 509"/>
                <a:gd name="T32" fmla="*/ 234 w 422"/>
                <a:gd name="T33" fmla="*/ 104 h 509"/>
                <a:gd name="T34" fmla="*/ 190 w 422"/>
                <a:gd name="T35" fmla="*/ 62 h 509"/>
                <a:gd name="T36" fmla="*/ 148 w 422"/>
                <a:gd name="T37" fmla="*/ 105 h 509"/>
                <a:gd name="T38" fmla="*/ 192 w 422"/>
                <a:gd name="T39" fmla="*/ 148 h 509"/>
                <a:gd name="T40" fmla="*/ 235 w 422"/>
                <a:gd name="T41" fmla="*/ 191 h 509"/>
                <a:gd name="T42" fmla="*/ 264 w 422"/>
                <a:gd name="T43" fmla="*/ 318 h 509"/>
                <a:gd name="T44" fmla="*/ 350 w 422"/>
                <a:gd name="T45" fmla="*/ 251 h 509"/>
                <a:gd name="T46" fmla="*/ 74 w 422"/>
                <a:gd name="T47" fmla="*/ 253 h 509"/>
                <a:gd name="T48" fmla="*/ 161 w 422"/>
                <a:gd name="T49" fmla="*/ 318 h 509"/>
                <a:gd name="T50" fmla="*/ 74 w 422"/>
                <a:gd name="T51" fmla="*/ 253 h 509"/>
                <a:gd name="T52" fmla="*/ 247 w 422"/>
                <a:gd name="T53" fmla="*/ 260 h 509"/>
                <a:gd name="T54" fmla="*/ 339 w 422"/>
                <a:gd name="T55" fmla="*/ 233 h 509"/>
                <a:gd name="T56" fmla="*/ 66 w 422"/>
                <a:gd name="T57" fmla="*/ 231 h 509"/>
                <a:gd name="T58" fmla="*/ 152 w 422"/>
                <a:gd name="T59" fmla="*/ 233 h 509"/>
                <a:gd name="T60" fmla="*/ 369 w 422"/>
                <a:gd name="T61" fmla="*/ 331 h 509"/>
                <a:gd name="T62" fmla="*/ 369 w 422"/>
                <a:gd name="T63" fmla="*/ 265 h 509"/>
                <a:gd name="T64" fmla="*/ 54 w 422"/>
                <a:gd name="T65" fmla="*/ 266 h 509"/>
                <a:gd name="T66" fmla="*/ 54 w 422"/>
                <a:gd name="T67" fmla="*/ 330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22" h="509">
                  <a:moveTo>
                    <a:pt x="374" y="198"/>
                  </a:moveTo>
                  <a:cubicBezTo>
                    <a:pt x="374" y="206"/>
                    <a:pt x="373" y="214"/>
                    <a:pt x="373" y="222"/>
                  </a:cubicBezTo>
                  <a:cubicBezTo>
                    <a:pt x="372" y="236"/>
                    <a:pt x="373" y="247"/>
                    <a:pt x="389" y="255"/>
                  </a:cubicBezTo>
                  <a:cubicBezTo>
                    <a:pt x="421" y="272"/>
                    <a:pt x="422" y="320"/>
                    <a:pt x="391" y="340"/>
                  </a:cubicBezTo>
                  <a:cubicBezTo>
                    <a:pt x="378" y="348"/>
                    <a:pt x="372" y="356"/>
                    <a:pt x="370" y="372"/>
                  </a:cubicBezTo>
                  <a:cubicBezTo>
                    <a:pt x="360" y="436"/>
                    <a:pt x="300" y="493"/>
                    <a:pt x="237" y="500"/>
                  </a:cubicBezTo>
                  <a:cubicBezTo>
                    <a:pt x="161" y="509"/>
                    <a:pt x="95" y="473"/>
                    <a:pt x="66" y="409"/>
                  </a:cubicBezTo>
                  <a:cubicBezTo>
                    <a:pt x="63" y="402"/>
                    <a:pt x="60" y="395"/>
                    <a:pt x="59" y="388"/>
                  </a:cubicBezTo>
                  <a:cubicBezTo>
                    <a:pt x="54" y="366"/>
                    <a:pt x="46" y="348"/>
                    <a:pt x="26" y="332"/>
                  </a:cubicBezTo>
                  <a:cubicBezTo>
                    <a:pt x="0" y="313"/>
                    <a:pt x="7" y="271"/>
                    <a:pt x="36" y="255"/>
                  </a:cubicBezTo>
                  <a:cubicBezTo>
                    <a:pt x="49" y="248"/>
                    <a:pt x="51" y="240"/>
                    <a:pt x="51" y="226"/>
                  </a:cubicBezTo>
                  <a:cubicBezTo>
                    <a:pt x="51" y="199"/>
                    <a:pt x="49" y="170"/>
                    <a:pt x="53" y="143"/>
                  </a:cubicBezTo>
                  <a:cubicBezTo>
                    <a:pt x="68" y="55"/>
                    <a:pt x="142" y="0"/>
                    <a:pt x="230" y="8"/>
                  </a:cubicBezTo>
                  <a:cubicBezTo>
                    <a:pt x="311" y="15"/>
                    <a:pt x="373" y="87"/>
                    <a:pt x="374" y="172"/>
                  </a:cubicBezTo>
                  <a:cubicBezTo>
                    <a:pt x="374" y="181"/>
                    <a:pt x="374" y="189"/>
                    <a:pt x="374" y="198"/>
                  </a:cubicBezTo>
                  <a:cubicBezTo>
                    <a:pt x="374" y="198"/>
                    <a:pt x="374" y="198"/>
                    <a:pt x="374" y="198"/>
                  </a:cubicBezTo>
                  <a:close/>
                  <a:moveTo>
                    <a:pt x="70" y="336"/>
                  </a:moveTo>
                  <a:cubicBezTo>
                    <a:pt x="71" y="398"/>
                    <a:pt x="96" y="442"/>
                    <a:pt x="148" y="468"/>
                  </a:cubicBezTo>
                  <a:cubicBezTo>
                    <a:pt x="199" y="494"/>
                    <a:pt x="250" y="490"/>
                    <a:pt x="296" y="456"/>
                  </a:cubicBezTo>
                  <a:cubicBezTo>
                    <a:pt x="336" y="427"/>
                    <a:pt x="356" y="387"/>
                    <a:pt x="354" y="337"/>
                  </a:cubicBezTo>
                  <a:cubicBezTo>
                    <a:pt x="351" y="336"/>
                    <a:pt x="349" y="336"/>
                    <a:pt x="348" y="336"/>
                  </a:cubicBezTo>
                  <a:cubicBezTo>
                    <a:pt x="329" y="336"/>
                    <a:pt x="311" y="336"/>
                    <a:pt x="292" y="335"/>
                  </a:cubicBezTo>
                  <a:cubicBezTo>
                    <a:pt x="279" y="335"/>
                    <a:pt x="262" y="339"/>
                    <a:pt x="253" y="333"/>
                  </a:cubicBezTo>
                  <a:cubicBezTo>
                    <a:pt x="246" y="327"/>
                    <a:pt x="248" y="309"/>
                    <a:pt x="246" y="296"/>
                  </a:cubicBezTo>
                  <a:cubicBezTo>
                    <a:pt x="243" y="277"/>
                    <a:pt x="229" y="264"/>
                    <a:pt x="212" y="264"/>
                  </a:cubicBezTo>
                  <a:cubicBezTo>
                    <a:pt x="195" y="264"/>
                    <a:pt x="180" y="279"/>
                    <a:pt x="179" y="298"/>
                  </a:cubicBezTo>
                  <a:cubicBezTo>
                    <a:pt x="178" y="304"/>
                    <a:pt x="178" y="310"/>
                    <a:pt x="178" y="316"/>
                  </a:cubicBezTo>
                  <a:cubicBezTo>
                    <a:pt x="180" y="331"/>
                    <a:pt x="174" y="337"/>
                    <a:pt x="158" y="336"/>
                  </a:cubicBezTo>
                  <a:cubicBezTo>
                    <a:pt x="129" y="335"/>
                    <a:pt x="101" y="336"/>
                    <a:pt x="70" y="336"/>
                  </a:cubicBezTo>
                  <a:close/>
                  <a:moveTo>
                    <a:pt x="235" y="191"/>
                  </a:moveTo>
                  <a:cubicBezTo>
                    <a:pt x="235" y="176"/>
                    <a:pt x="235" y="162"/>
                    <a:pt x="235" y="147"/>
                  </a:cubicBezTo>
                  <a:cubicBezTo>
                    <a:pt x="250" y="147"/>
                    <a:pt x="263" y="147"/>
                    <a:pt x="277" y="147"/>
                  </a:cubicBezTo>
                  <a:cubicBezTo>
                    <a:pt x="277" y="132"/>
                    <a:pt x="277" y="119"/>
                    <a:pt x="277" y="104"/>
                  </a:cubicBezTo>
                  <a:cubicBezTo>
                    <a:pt x="262" y="104"/>
                    <a:pt x="249" y="104"/>
                    <a:pt x="234" y="104"/>
                  </a:cubicBezTo>
                  <a:cubicBezTo>
                    <a:pt x="234" y="88"/>
                    <a:pt x="234" y="75"/>
                    <a:pt x="234" y="62"/>
                  </a:cubicBezTo>
                  <a:cubicBezTo>
                    <a:pt x="218" y="62"/>
                    <a:pt x="205" y="62"/>
                    <a:pt x="190" y="62"/>
                  </a:cubicBezTo>
                  <a:cubicBezTo>
                    <a:pt x="190" y="76"/>
                    <a:pt x="190" y="89"/>
                    <a:pt x="190" y="105"/>
                  </a:cubicBezTo>
                  <a:cubicBezTo>
                    <a:pt x="175" y="105"/>
                    <a:pt x="161" y="105"/>
                    <a:pt x="148" y="105"/>
                  </a:cubicBezTo>
                  <a:cubicBezTo>
                    <a:pt x="148" y="120"/>
                    <a:pt x="148" y="133"/>
                    <a:pt x="148" y="148"/>
                  </a:cubicBezTo>
                  <a:cubicBezTo>
                    <a:pt x="162" y="148"/>
                    <a:pt x="176" y="148"/>
                    <a:pt x="192" y="148"/>
                  </a:cubicBezTo>
                  <a:cubicBezTo>
                    <a:pt x="192" y="164"/>
                    <a:pt x="192" y="178"/>
                    <a:pt x="192" y="191"/>
                  </a:cubicBezTo>
                  <a:cubicBezTo>
                    <a:pt x="206" y="191"/>
                    <a:pt x="219" y="191"/>
                    <a:pt x="235" y="191"/>
                  </a:cubicBezTo>
                  <a:close/>
                  <a:moveTo>
                    <a:pt x="264" y="251"/>
                  </a:moveTo>
                  <a:cubicBezTo>
                    <a:pt x="264" y="275"/>
                    <a:pt x="264" y="297"/>
                    <a:pt x="264" y="318"/>
                  </a:cubicBezTo>
                  <a:cubicBezTo>
                    <a:pt x="294" y="318"/>
                    <a:pt x="322" y="318"/>
                    <a:pt x="350" y="318"/>
                  </a:cubicBezTo>
                  <a:cubicBezTo>
                    <a:pt x="350" y="295"/>
                    <a:pt x="350" y="274"/>
                    <a:pt x="350" y="251"/>
                  </a:cubicBezTo>
                  <a:cubicBezTo>
                    <a:pt x="321" y="251"/>
                    <a:pt x="293" y="251"/>
                    <a:pt x="264" y="251"/>
                  </a:cubicBezTo>
                  <a:close/>
                  <a:moveTo>
                    <a:pt x="74" y="253"/>
                  </a:moveTo>
                  <a:cubicBezTo>
                    <a:pt x="74" y="275"/>
                    <a:pt x="74" y="297"/>
                    <a:pt x="74" y="318"/>
                  </a:cubicBezTo>
                  <a:cubicBezTo>
                    <a:pt x="104" y="318"/>
                    <a:pt x="132" y="318"/>
                    <a:pt x="161" y="318"/>
                  </a:cubicBezTo>
                  <a:cubicBezTo>
                    <a:pt x="161" y="296"/>
                    <a:pt x="161" y="275"/>
                    <a:pt x="161" y="253"/>
                  </a:cubicBezTo>
                  <a:cubicBezTo>
                    <a:pt x="132" y="253"/>
                    <a:pt x="104" y="253"/>
                    <a:pt x="74" y="253"/>
                  </a:cubicBezTo>
                  <a:close/>
                  <a:moveTo>
                    <a:pt x="178" y="260"/>
                  </a:moveTo>
                  <a:cubicBezTo>
                    <a:pt x="202" y="243"/>
                    <a:pt x="224" y="246"/>
                    <a:pt x="247" y="260"/>
                  </a:cubicBezTo>
                  <a:cubicBezTo>
                    <a:pt x="242" y="235"/>
                    <a:pt x="254" y="231"/>
                    <a:pt x="273" y="232"/>
                  </a:cubicBezTo>
                  <a:cubicBezTo>
                    <a:pt x="295" y="233"/>
                    <a:pt x="317" y="233"/>
                    <a:pt x="339" y="233"/>
                  </a:cubicBezTo>
                  <a:cubicBezTo>
                    <a:pt x="344" y="233"/>
                    <a:pt x="349" y="232"/>
                    <a:pt x="358" y="231"/>
                  </a:cubicBezTo>
                  <a:cubicBezTo>
                    <a:pt x="342" y="219"/>
                    <a:pt x="83" y="219"/>
                    <a:pt x="66" y="231"/>
                  </a:cubicBezTo>
                  <a:cubicBezTo>
                    <a:pt x="76" y="232"/>
                    <a:pt x="82" y="233"/>
                    <a:pt x="88" y="233"/>
                  </a:cubicBezTo>
                  <a:cubicBezTo>
                    <a:pt x="109" y="234"/>
                    <a:pt x="130" y="234"/>
                    <a:pt x="152" y="233"/>
                  </a:cubicBezTo>
                  <a:cubicBezTo>
                    <a:pt x="170" y="232"/>
                    <a:pt x="182" y="235"/>
                    <a:pt x="178" y="260"/>
                  </a:cubicBezTo>
                  <a:close/>
                  <a:moveTo>
                    <a:pt x="369" y="331"/>
                  </a:moveTo>
                  <a:cubicBezTo>
                    <a:pt x="388" y="325"/>
                    <a:pt x="396" y="312"/>
                    <a:pt x="395" y="294"/>
                  </a:cubicBezTo>
                  <a:cubicBezTo>
                    <a:pt x="394" y="279"/>
                    <a:pt x="385" y="270"/>
                    <a:pt x="369" y="265"/>
                  </a:cubicBezTo>
                  <a:cubicBezTo>
                    <a:pt x="369" y="287"/>
                    <a:pt x="369" y="308"/>
                    <a:pt x="369" y="331"/>
                  </a:cubicBezTo>
                  <a:close/>
                  <a:moveTo>
                    <a:pt x="54" y="266"/>
                  </a:moveTo>
                  <a:cubicBezTo>
                    <a:pt x="36" y="273"/>
                    <a:pt x="29" y="284"/>
                    <a:pt x="30" y="299"/>
                  </a:cubicBezTo>
                  <a:cubicBezTo>
                    <a:pt x="30" y="314"/>
                    <a:pt x="38" y="325"/>
                    <a:pt x="54" y="330"/>
                  </a:cubicBezTo>
                  <a:cubicBezTo>
                    <a:pt x="54" y="309"/>
                    <a:pt x="54" y="289"/>
                    <a:pt x="54" y="26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xmlns="" id="{A72D5A65-B2CC-4728-AE43-073AD5F7A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05513" y="1673225"/>
              <a:ext cx="1274762" cy="612775"/>
            </a:xfrm>
            <a:custGeom>
              <a:avLst/>
              <a:gdLst>
                <a:gd name="T0" fmla="*/ 361 w 480"/>
                <a:gd name="T1" fmla="*/ 0 h 231"/>
                <a:gd name="T2" fmla="*/ 471 w 480"/>
                <a:gd name="T3" fmla="*/ 231 h 231"/>
                <a:gd name="T4" fmla="*/ 10 w 480"/>
                <a:gd name="T5" fmla="*/ 231 h 231"/>
                <a:gd name="T6" fmla="*/ 68 w 480"/>
                <a:gd name="T7" fmla="*/ 42 h 231"/>
                <a:gd name="T8" fmla="*/ 81 w 480"/>
                <a:gd name="T9" fmla="*/ 29 h 231"/>
                <a:gd name="T10" fmla="*/ 114 w 480"/>
                <a:gd name="T11" fmla="*/ 5 h 231"/>
                <a:gd name="T12" fmla="*/ 147 w 480"/>
                <a:gd name="T13" fmla="*/ 25 h 231"/>
                <a:gd name="T14" fmla="*/ 361 w 480"/>
                <a:gd name="T15" fmla="*/ 0 h 231"/>
                <a:gd name="T16" fmla="*/ 276 w 480"/>
                <a:gd name="T17" fmla="*/ 115 h 231"/>
                <a:gd name="T18" fmla="*/ 276 w 480"/>
                <a:gd name="T19" fmla="*/ 214 h 231"/>
                <a:gd name="T20" fmla="*/ 415 w 480"/>
                <a:gd name="T21" fmla="*/ 214 h 231"/>
                <a:gd name="T22" fmla="*/ 415 w 480"/>
                <a:gd name="T23" fmla="*/ 115 h 231"/>
                <a:gd name="T24" fmla="*/ 276 w 480"/>
                <a:gd name="T25" fmla="*/ 115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0" h="231">
                  <a:moveTo>
                    <a:pt x="361" y="0"/>
                  </a:moveTo>
                  <a:cubicBezTo>
                    <a:pt x="458" y="67"/>
                    <a:pt x="480" y="125"/>
                    <a:pt x="471" y="231"/>
                  </a:cubicBezTo>
                  <a:cubicBezTo>
                    <a:pt x="317" y="231"/>
                    <a:pt x="164" y="231"/>
                    <a:pt x="10" y="231"/>
                  </a:cubicBezTo>
                  <a:cubicBezTo>
                    <a:pt x="0" y="159"/>
                    <a:pt x="13" y="94"/>
                    <a:pt x="68" y="42"/>
                  </a:cubicBezTo>
                  <a:cubicBezTo>
                    <a:pt x="72" y="38"/>
                    <a:pt x="76" y="33"/>
                    <a:pt x="81" y="29"/>
                  </a:cubicBezTo>
                  <a:cubicBezTo>
                    <a:pt x="91" y="21"/>
                    <a:pt x="102" y="6"/>
                    <a:pt x="114" y="5"/>
                  </a:cubicBezTo>
                  <a:cubicBezTo>
                    <a:pt x="124" y="4"/>
                    <a:pt x="136" y="17"/>
                    <a:pt x="147" y="25"/>
                  </a:cubicBezTo>
                  <a:cubicBezTo>
                    <a:pt x="206" y="67"/>
                    <a:pt x="294" y="70"/>
                    <a:pt x="361" y="0"/>
                  </a:cubicBezTo>
                  <a:close/>
                  <a:moveTo>
                    <a:pt x="276" y="115"/>
                  </a:moveTo>
                  <a:cubicBezTo>
                    <a:pt x="276" y="149"/>
                    <a:pt x="276" y="181"/>
                    <a:pt x="276" y="214"/>
                  </a:cubicBezTo>
                  <a:cubicBezTo>
                    <a:pt x="323" y="214"/>
                    <a:pt x="368" y="214"/>
                    <a:pt x="415" y="214"/>
                  </a:cubicBezTo>
                  <a:cubicBezTo>
                    <a:pt x="415" y="181"/>
                    <a:pt x="415" y="148"/>
                    <a:pt x="415" y="115"/>
                  </a:cubicBezTo>
                  <a:cubicBezTo>
                    <a:pt x="368" y="115"/>
                    <a:pt x="322" y="115"/>
                    <a:pt x="276" y="11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xmlns="" id="{0B8AA1E3-56CA-4D1C-84F8-0CB605F25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3838" y="1182688"/>
              <a:ext cx="141287" cy="252413"/>
            </a:xfrm>
            <a:custGeom>
              <a:avLst/>
              <a:gdLst>
                <a:gd name="T0" fmla="*/ 50 w 53"/>
                <a:gd name="T1" fmla="*/ 49 h 95"/>
                <a:gd name="T2" fmla="*/ 50 w 53"/>
                <a:gd name="T3" fmla="*/ 72 h 95"/>
                <a:gd name="T4" fmla="*/ 26 w 53"/>
                <a:gd name="T5" fmla="*/ 94 h 95"/>
                <a:gd name="T6" fmla="*/ 3 w 53"/>
                <a:gd name="T7" fmla="*/ 75 h 95"/>
                <a:gd name="T8" fmla="*/ 2 w 53"/>
                <a:gd name="T9" fmla="*/ 22 h 95"/>
                <a:gd name="T10" fmla="*/ 27 w 53"/>
                <a:gd name="T11" fmla="*/ 1 h 95"/>
                <a:gd name="T12" fmla="*/ 51 w 53"/>
                <a:gd name="T13" fmla="*/ 25 h 95"/>
                <a:gd name="T14" fmla="*/ 51 w 53"/>
                <a:gd name="T15" fmla="*/ 49 h 95"/>
                <a:gd name="T16" fmla="*/ 50 w 53"/>
                <a:gd name="T17" fmla="*/ 49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95">
                  <a:moveTo>
                    <a:pt x="50" y="49"/>
                  </a:moveTo>
                  <a:cubicBezTo>
                    <a:pt x="50" y="57"/>
                    <a:pt x="53" y="66"/>
                    <a:pt x="50" y="72"/>
                  </a:cubicBezTo>
                  <a:cubicBezTo>
                    <a:pt x="44" y="81"/>
                    <a:pt x="35" y="93"/>
                    <a:pt x="26" y="94"/>
                  </a:cubicBezTo>
                  <a:cubicBezTo>
                    <a:pt x="19" y="95"/>
                    <a:pt x="5" y="83"/>
                    <a:pt x="3" y="75"/>
                  </a:cubicBezTo>
                  <a:cubicBezTo>
                    <a:pt x="0" y="58"/>
                    <a:pt x="1" y="40"/>
                    <a:pt x="2" y="22"/>
                  </a:cubicBezTo>
                  <a:cubicBezTo>
                    <a:pt x="4" y="9"/>
                    <a:pt x="12" y="0"/>
                    <a:pt x="27" y="1"/>
                  </a:cubicBezTo>
                  <a:cubicBezTo>
                    <a:pt x="41" y="2"/>
                    <a:pt x="49" y="10"/>
                    <a:pt x="51" y="25"/>
                  </a:cubicBezTo>
                  <a:cubicBezTo>
                    <a:pt x="51" y="33"/>
                    <a:pt x="51" y="41"/>
                    <a:pt x="51" y="49"/>
                  </a:cubicBezTo>
                  <a:cubicBezTo>
                    <a:pt x="51" y="49"/>
                    <a:pt x="51" y="49"/>
                    <a:pt x="50" y="4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xmlns="" id="{2DE6CF48-FA03-4FC3-81D3-0FB5821C8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4150" y="1516063"/>
              <a:ext cx="220662" cy="112713"/>
            </a:xfrm>
            <a:custGeom>
              <a:avLst/>
              <a:gdLst>
                <a:gd name="T0" fmla="*/ 1 w 83"/>
                <a:gd name="T1" fmla="*/ 0 h 42"/>
                <a:gd name="T2" fmla="*/ 82 w 83"/>
                <a:gd name="T3" fmla="*/ 0 h 42"/>
                <a:gd name="T4" fmla="*/ 43 w 83"/>
                <a:gd name="T5" fmla="*/ 42 h 42"/>
                <a:gd name="T6" fmla="*/ 1 w 83"/>
                <a:gd name="T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" h="42">
                  <a:moveTo>
                    <a:pt x="1" y="0"/>
                  </a:moveTo>
                  <a:cubicBezTo>
                    <a:pt x="28" y="0"/>
                    <a:pt x="55" y="0"/>
                    <a:pt x="82" y="0"/>
                  </a:cubicBezTo>
                  <a:cubicBezTo>
                    <a:pt x="83" y="24"/>
                    <a:pt x="67" y="41"/>
                    <a:pt x="43" y="42"/>
                  </a:cubicBezTo>
                  <a:cubicBezTo>
                    <a:pt x="17" y="42"/>
                    <a:pt x="0" y="26"/>
                    <a:pt x="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xmlns="" id="{60A7B382-8211-4A66-B464-9829C0788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4188" y="1120775"/>
              <a:ext cx="125412" cy="125413"/>
            </a:xfrm>
            <a:custGeom>
              <a:avLst/>
              <a:gdLst>
                <a:gd name="T0" fmla="*/ 26 w 47"/>
                <a:gd name="T1" fmla="*/ 47 h 47"/>
                <a:gd name="T2" fmla="*/ 0 w 47"/>
                <a:gd name="T3" fmla="*/ 23 h 47"/>
                <a:gd name="T4" fmla="*/ 23 w 47"/>
                <a:gd name="T5" fmla="*/ 0 h 47"/>
                <a:gd name="T6" fmla="*/ 46 w 47"/>
                <a:gd name="T7" fmla="*/ 22 h 47"/>
                <a:gd name="T8" fmla="*/ 26 w 47"/>
                <a:gd name="T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7">
                  <a:moveTo>
                    <a:pt x="26" y="47"/>
                  </a:moveTo>
                  <a:cubicBezTo>
                    <a:pt x="8" y="47"/>
                    <a:pt x="0" y="36"/>
                    <a:pt x="0" y="23"/>
                  </a:cubicBezTo>
                  <a:cubicBezTo>
                    <a:pt x="0" y="9"/>
                    <a:pt x="9" y="0"/>
                    <a:pt x="23" y="0"/>
                  </a:cubicBezTo>
                  <a:cubicBezTo>
                    <a:pt x="37" y="0"/>
                    <a:pt x="46" y="8"/>
                    <a:pt x="46" y="22"/>
                  </a:cubicBezTo>
                  <a:cubicBezTo>
                    <a:pt x="47" y="37"/>
                    <a:pt x="39" y="45"/>
                    <a:pt x="26" y="4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xmlns="" id="{6FC335B0-F8F4-4B1F-90B3-81FAD3C48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9363" y="1120775"/>
              <a:ext cx="122237" cy="125413"/>
            </a:xfrm>
            <a:custGeom>
              <a:avLst/>
              <a:gdLst>
                <a:gd name="T0" fmla="*/ 22 w 46"/>
                <a:gd name="T1" fmla="*/ 47 h 47"/>
                <a:gd name="T2" fmla="*/ 0 w 46"/>
                <a:gd name="T3" fmla="*/ 24 h 47"/>
                <a:gd name="T4" fmla="*/ 23 w 46"/>
                <a:gd name="T5" fmla="*/ 0 h 47"/>
                <a:gd name="T6" fmla="*/ 46 w 46"/>
                <a:gd name="T7" fmla="*/ 23 h 47"/>
                <a:gd name="T8" fmla="*/ 22 w 46"/>
                <a:gd name="T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47">
                  <a:moveTo>
                    <a:pt x="22" y="47"/>
                  </a:moveTo>
                  <a:cubicBezTo>
                    <a:pt x="8" y="46"/>
                    <a:pt x="0" y="38"/>
                    <a:pt x="0" y="24"/>
                  </a:cubicBezTo>
                  <a:cubicBezTo>
                    <a:pt x="0" y="9"/>
                    <a:pt x="8" y="0"/>
                    <a:pt x="23" y="0"/>
                  </a:cubicBezTo>
                  <a:cubicBezTo>
                    <a:pt x="37" y="1"/>
                    <a:pt x="46" y="9"/>
                    <a:pt x="46" y="23"/>
                  </a:cubicBezTo>
                  <a:cubicBezTo>
                    <a:pt x="46" y="38"/>
                    <a:pt x="37" y="46"/>
                    <a:pt x="22" y="4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xmlns="" id="{C610E400-E04E-4C2C-BF2E-ED95CDE03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4188" y="2105025"/>
              <a:ext cx="198437" cy="117475"/>
            </a:xfrm>
            <a:custGeom>
              <a:avLst/>
              <a:gdLst>
                <a:gd name="T0" fmla="*/ 54 w 75"/>
                <a:gd name="T1" fmla="*/ 39 h 44"/>
                <a:gd name="T2" fmla="*/ 16 w 75"/>
                <a:gd name="T3" fmla="*/ 43 h 44"/>
                <a:gd name="T4" fmla="*/ 4 w 75"/>
                <a:gd name="T5" fmla="*/ 36 h 44"/>
                <a:gd name="T6" fmla="*/ 3 w 75"/>
                <a:gd name="T7" fmla="*/ 20 h 44"/>
                <a:gd name="T8" fmla="*/ 36 w 75"/>
                <a:gd name="T9" fmla="*/ 1 h 44"/>
                <a:gd name="T10" fmla="*/ 67 w 75"/>
                <a:gd name="T11" fmla="*/ 21 h 44"/>
                <a:gd name="T12" fmla="*/ 54 w 75"/>
                <a:gd name="T13" fmla="*/ 39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44">
                  <a:moveTo>
                    <a:pt x="54" y="39"/>
                  </a:moveTo>
                  <a:cubicBezTo>
                    <a:pt x="41" y="41"/>
                    <a:pt x="29" y="43"/>
                    <a:pt x="16" y="43"/>
                  </a:cubicBezTo>
                  <a:cubicBezTo>
                    <a:pt x="12" y="43"/>
                    <a:pt x="5" y="40"/>
                    <a:pt x="4" y="36"/>
                  </a:cubicBezTo>
                  <a:cubicBezTo>
                    <a:pt x="1" y="31"/>
                    <a:pt x="0" y="22"/>
                    <a:pt x="3" y="20"/>
                  </a:cubicBezTo>
                  <a:cubicBezTo>
                    <a:pt x="13" y="12"/>
                    <a:pt x="25" y="0"/>
                    <a:pt x="36" y="1"/>
                  </a:cubicBezTo>
                  <a:cubicBezTo>
                    <a:pt x="46" y="1"/>
                    <a:pt x="59" y="12"/>
                    <a:pt x="67" y="21"/>
                  </a:cubicBezTo>
                  <a:cubicBezTo>
                    <a:pt x="75" y="29"/>
                    <a:pt x="65" y="44"/>
                    <a:pt x="54" y="3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xmlns="" id="{531A97CB-94B6-45EC-AE06-927984241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4675" y="2000250"/>
              <a:ext cx="63500" cy="92075"/>
            </a:xfrm>
            <a:custGeom>
              <a:avLst/>
              <a:gdLst>
                <a:gd name="T0" fmla="*/ 24 w 24"/>
                <a:gd name="T1" fmla="*/ 1 h 35"/>
                <a:gd name="T2" fmla="*/ 19 w 24"/>
                <a:gd name="T3" fmla="*/ 35 h 35"/>
                <a:gd name="T4" fmla="*/ 16 w 24"/>
                <a:gd name="T5" fmla="*/ 0 h 35"/>
                <a:gd name="T6" fmla="*/ 24 w 24"/>
                <a:gd name="T7" fmla="*/ 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35">
                  <a:moveTo>
                    <a:pt x="24" y="1"/>
                  </a:moveTo>
                  <a:cubicBezTo>
                    <a:pt x="22" y="11"/>
                    <a:pt x="21" y="21"/>
                    <a:pt x="19" y="35"/>
                  </a:cubicBezTo>
                  <a:cubicBezTo>
                    <a:pt x="0" y="19"/>
                    <a:pt x="0" y="13"/>
                    <a:pt x="16" y="0"/>
                  </a:cubicBezTo>
                  <a:cubicBezTo>
                    <a:pt x="18" y="1"/>
                    <a:pt x="21" y="1"/>
                    <a:pt x="24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xmlns="" id="{4A18DAF3-5AEC-4893-8055-E4969AAD3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1175" y="2001838"/>
              <a:ext cx="49212" cy="71438"/>
            </a:xfrm>
            <a:custGeom>
              <a:avLst/>
              <a:gdLst>
                <a:gd name="T0" fmla="*/ 2 w 19"/>
                <a:gd name="T1" fmla="*/ 27 h 27"/>
                <a:gd name="T2" fmla="*/ 1 w 19"/>
                <a:gd name="T3" fmla="*/ 20 h 27"/>
                <a:gd name="T4" fmla="*/ 6 w 19"/>
                <a:gd name="T5" fmla="*/ 0 h 27"/>
                <a:gd name="T6" fmla="*/ 15 w 19"/>
                <a:gd name="T7" fmla="*/ 4 h 27"/>
                <a:gd name="T8" fmla="*/ 17 w 19"/>
                <a:gd name="T9" fmla="*/ 24 h 27"/>
                <a:gd name="T10" fmla="*/ 1 w 19"/>
                <a:gd name="T11" fmla="*/ 27 h 27"/>
                <a:gd name="T12" fmla="*/ 2 w 19"/>
                <a:gd name="T13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27">
                  <a:moveTo>
                    <a:pt x="2" y="27"/>
                  </a:moveTo>
                  <a:cubicBezTo>
                    <a:pt x="1" y="25"/>
                    <a:pt x="0" y="22"/>
                    <a:pt x="1" y="20"/>
                  </a:cubicBezTo>
                  <a:cubicBezTo>
                    <a:pt x="2" y="13"/>
                    <a:pt x="4" y="6"/>
                    <a:pt x="6" y="0"/>
                  </a:cubicBezTo>
                  <a:cubicBezTo>
                    <a:pt x="9" y="1"/>
                    <a:pt x="15" y="2"/>
                    <a:pt x="15" y="4"/>
                  </a:cubicBezTo>
                  <a:cubicBezTo>
                    <a:pt x="17" y="11"/>
                    <a:pt x="19" y="18"/>
                    <a:pt x="17" y="24"/>
                  </a:cubicBezTo>
                  <a:cubicBezTo>
                    <a:pt x="17" y="26"/>
                    <a:pt x="7" y="26"/>
                    <a:pt x="1" y="27"/>
                  </a:cubicBezTo>
                  <a:lnTo>
                    <a:pt x="2" y="2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xmlns="" id="{31B99D4A-0356-4418-958A-4D4AE59A5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438" y="2065338"/>
              <a:ext cx="63500" cy="58738"/>
            </a:xfrm>
            <a:custGeom>
              <a:avLst/>
              <a:gdLst>
                <a:gd name="T0" fmla="*/ 23 w 24"/>
                <a:gd name="T1" fmla="*/ 3 h 22"/>
                <a:gd name="T2" fmla="*/ 15 w 24"/>
                <a:gd name="T3" fmla="*/ 22 h 22"/>
                <a:gd name="T4" fmla="*/ 2 w 24"/>
                <a:gd name="T5" fmla="*/ 11 h 22"/>
                <a:gd name="T6" fmla="*/ 4 w 24"/>
                <a:gd name="T7" fmla="*/ 0 h 22"/>
                <a:gd name="T8" fmla="*/ 24 w 24"/>
                <a:gd name="T9" fmla="*/ 3 h 22"/>
                <a:gd name="T10" fmla="*/ 23 w 24"/>
                <a:gd name="T11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2">
                  <a:moveTo>
                    <a:pt x="23" y="3"/>
                  </a:moveTo>
                  <a:cubicBezTo>
                    <a:pt x="20" y="9"/>
                    <a:pt x="18" y="16"/>
                    <a:pt x="15" y="22"/>
                  </a:cubicBezTo>
                  <a:cubicBezTo>
                    <a:pt x="11" y="19"/>
                    <a:pt x="5" y="15"/>
                    <a:pt x="2" y="11"/>
                  </a:cubicBezTo>
                  <a:cubicBezTo>
                    <a:pt x="0" y="9"/>
                    <a:pt x="3" y="0"/>
                    <a:pt x="4" y="0"/>
                  </a:cubicBezTo>
                  <a:cubicBezTo>
                    <a:pt x="10" y="1"/>
                    <a:pt x="17" y="2"/>
                    <a:pt x="24" y="3"/>
                  </a:cubicBezTo>
                  <a:cubicBezTo>
                    <a:pt x="24" y="3"/>
                    <a:pt x="23" y="3"/>
                    <a:pt x="23" y="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xmlns="" id="{965B2D99-C841-4598-8B07-200530F44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8175" y="2060575"/>
              <a:ext cx="66675" cy="63500"/>
            </a:xfrm>
            <a:custGeom>
              <a:avLst/>
              <a:gdLst>
                <a:gd name="T0" fmla="*/ 25 w 25"/>
                <a:gd name="T1" fmla="*/ 10 h 24"/>
                <a:gd name="T2" fmla="*/ 9 w 25"/>
                <a:gd name="T3" fmla="*/ 24 h 24"/>
                <a:gd name="T4" fmla="*/ 1 w 25"/>
                <a:gd name="T5" fmla="*/ 14 h 24"/>
                <a:gd name="T6" fmla="*/ 12 w 25"/>
                <a:gd name="T7" fmla="*/ 1 h 24"/>
                <a:gd name="T8" fmla="*/ 25 w 25"/>
                <a:gd name="T9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4">
                  <a:moveTo>
                    <a:pt x="25" y="10"/>
                  </a:moveTo>
                  <a:cubicBezTo>
                    <a:pt x="18" y="16"/>
                    <a:pt x="14" y="20"/>
                    <a:pt x="9" y="24"/>
                  </a:cubicBezTo>
                  <a:cubicBezTo>
                    <a:pt x="6" y="21"/>
                    <a:pt x="0" y="16"/>
                    <a:pt x="1" y="14"/>
                  </a:cubicBezTo>
                  <a:cubicBezTo>
                    <a:pt x="3" y="9"/>
                    <a:pt x="7" y="4"/>
                    <a:pt x="12" y="1"/>
                  </a:cubicBezTo>
                  <a:cubicBezTo>
                    <a:pt x="13" y="0"/>
                    <a:pt x="19" y="5"/>
                    <a:pt x="25" y="1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8"/>
          <p:cNvSpPr/>
          <p:nvPr/>
        </p:nvSpPr>
        <p:spPr>
          <a:xfrm>
            <a:off x="834600" y="1692100"/>
            <a:ext cx="723300" cy="723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38"/>
          <p:cNvSpPr/>
          <p:nvPr/>
        </p:nvSpPr>
        <p:spPr>
          <a:xfrm>
            <a:off x="834600" y="2724638"/>
            <a:ext cx="723300" cy="723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38"/>
          <p:cNvSpPr/>
          <p:nvPr/>
        </p:nvSpPr>
        <p:spPr>
          <a:xfrm>
            <a:off x="834600" y="3749730"/>
            <a:ext cx="723300" cy="723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38"/>
          <p:cNvSpPr/>
          <p:nvPr/>
        </p:nvSpPr>
        <p:spPr>
          <a:xfrm>
            <a:off x="5070300" y="2890980"/>
            <a:ext cx="723300" cy="723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38"/>
          <p:cNvSpPr txBox="1">
            <a:spLocks noGrp="1"/>
          </p:cNvSpPr>
          <p:nvPr>
            <p:ph type="title" idx="9"/>
          </p:nvPr>
        </p:nvSpPr>
        <p:spPr>
          <a:xfrm>
            <a:off x="720000" y="2785301"/>
            <a:ext cx="95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64" name="Google Shape;464;p38"/>
          <p:cNvSpPr txBox="1">
            <a:spLocks noGrp="1"/>
          </p:cNvSpPr>
          <p:nvPr>
            <p:ph type="title" idx="8"/>
          </p:nvPr>
        </p:nvSpPr>
        <p:spPr>
          <a:xfrm>
            <a:off x="720000" y="1752700"/>
            <a:ext cx="95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65" name="Google Shape;465;p38"/>
          <p:cNvSpPr txBox="1">
            <a:spLocks noGrp="1"/>
          </p:cNvSpPr>
          <p:nvPr>
            <p:ph type="title" idx="13"/>
          </p:nvPr>
        </p:nvSpPr>
        <p:spPr>
          <a:xfrm>
            <a:off x="4955700" y="1844500"/>
            <a:ext cx="95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04</a:t>
            </a:r>
            <a:endParaRPr dirty="0"/>
          </a:p>
        </p:txBody>
      </p:sp>
      <p:sp>
        <p:nvSpPr>
          <p:cNvPr id="471" name="Google Shape;471;p38"/>
          <p:cNvSpPr txBox="1">
            <a:spLocks noGrp="1"/>
          </p:cNvSpPr>
          <p:nvPr>
            <p:ph type="title" idx="4"/>
          </p:nvPr>
        </p:nvSpPr>
        <p:spPr>
          <a:xfrm>
            <a:off x="558800" y="915756"/>
            <a:ext cx="8116117" cy="776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>
                <a:solidFill>
                  <a:schemeClr val="tx2">
                    <a:lumMod val="50000"/>
                  </a:schemeClr>
                </a:solidFill>
              </a:rPr>
              <a:t>Sistema web para la gestión integral de una veterinaria, que permite: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77" name="Google Shape;477;p38"/>
          <p:cNvSpPr txBox="1">
            <a:spLocks noGrp="1"/>
          </p:cNvSpPr>
          <p:nvPr>
            <p:ph type="title" idx="18"/>
          </p:nvPr>
        </p:nvSpPr>
        <p:spPr>
          <a:xfrm>
            <a:off x="720000" y="3817730"/>
            <a:ext cx="95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78" name="Google Shape;478;p38"/>
          <p:cNvSpPr txBox="1">
            <a:spLocks noGrp="1"/>
          </p:cNvSpPr>
          <p:nvPr>
            <p:ph type="title" idx="15"/>
          </p:nvPr>
        </p:nvSpPr>
        <p:spPr>
          <a:xfrm>
            <a:off x="695807" y="33214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DESCRIPCIÓN  EL NEGOCIO</a:t>
            </a:r>
            <a:endParaRPr dirty="0"/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xmlns="" id="{5D2EE32B-3BFB-41CB-A613-4F760DFD4D3F}"/>
              </a:ext>
            </a:extLst>
          </p:cNvPr>
          <p:cNvGrpSpPr/>
          <p:nvPr/>
        </p:nvGrpSpPr>
        <p:grpSpPr>
          <a:xfrm>
            <a:off x="7655615" y="0"/>
            <a:ext cx="1488385" cy="1423781"/>
            <a:chOff x="7655615" y="0"/>
            <a:chExt cx="1488385" cy="1423781"/>
          </a:xfrm>
        </p:grpSpPr>
        <p:sp>
          <p:nvSpPr>
            <p:cNvPr id="56" name="Rectangle 69">
              <a:extLst>
                <a:ext uri="{FF2B5EF4-FFF2-40B4-BE49-F238E27FC236}">
                  <a16:creationId xmlns:a16="http://schemas.microsoft.com/office/drawing/2014/main" xmlns="" id="{1F5DAC05-DE34-4B3B-84C5-BA3B33289626}"/>
                </a:ext>
              </a:extLst>
            </p:cNvPr>
            <p:cNvSpPr/>
            <p:nvPr/>
          </p:nvSpPr>
          <p:spPr>
            <a:xfrm>
              <a:off x="8743950" y="0"/>
              <a:ext cx="400050" cy="14237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57" name="Rectangle 70">
              <a:extLst>
                <a:ext uri="{FF2B5EF4-FFF2-40B4-BE49-F238E27FC236}">
                  <a16:creationId xmlns:a16="http://schemas.microsoft.com/office/drawing/2014/main" xmlns="" id="{F176E726-CEEC-40C2-924D-E67E560D609C}"/>
                </a:ext>
              </a:extLst>
            </p:cNvPr>
            <p:cNvSpPr/>
            <p:nvPr/>
          </p:nvSpPr>
          <p:spPr>
            <a:xfrm>
              <a:off x="7655615" y="0"/>
              <a:ext cx="1488384" cy="3321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xmlns="" id="{32BA89B8-4BC9-4E1C-8346-F913AA13F930}"/>
              </a:ext>
            </a:extLst>
          </p:cNvPr>
          <p:cNvGrpSpPr/>
          <p:nvPr/>
        </p:nvGrpSpPr>
        <p:grpSpPr>
          <a:xfrm flipH="1">
            <a:off x="21192" y="0"/>
            <a:ext cx="1519345" cy="1453397"/>
            <a:chOff x="7655615" y="0"/>
            <a:chExt cx="1488385" cy="1423781"/>
          </a:xfrm>
        </p:grpSpPr>
        <p:sp>
          <p:nvSpPr>
            <p:cNvPr id="59" name="Rectangle 69">
              <a:extLst>
                <a:ext uri="{FF2B5EF4-FFF2-40B4-BE49-F238E27FC236}">
                  <a16:creationId xmlns:a16="http://schemas.microsoft.com/office/drawing/2014/main" xmlns="" id="{75C0BCA7-1B54-473E-B2D8-D436CAF78C50}"/>
                </a:ext>
              </a:extLst>
            </p:cNvPr>
            <p:cNvSpPr/>
            <p:nvPr/>
          </p:nvSpPr>
          <p:spPr>
            <a:xfrm>
              <a:off x="8743950" y="0"/>
              <a:ext cx="400050" cy="14237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0" name="Rectangle 70">
              <a:extLst>
                <a:ext uri="{FF2B5EF4-FFF2-40B4-BE49-F238E27FC236}">
                  <a16:creationId xmlns:a16="http://schemas.microsoft.com/office/drawing/2014/main" xmlns="" id="{79505D91-24A6-41BE-90CE-3D8B4F572975}"/>
                </a:ext>
              </a:extLst>
            </p:cNvPr>
            <p:cNvSpPr/>
            <p:nvPr/>
          </p:nvSpPr>
          <p:spPr>
            <a:xfrm>
              <a:off x="7655615" y="0"/>
              <a:ext cx="1488384" cy="3321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xmlns="" id="{A9F944C1-7E07-DFB5-3028-DF7BF83B771C}"/>
              </a:ext>
            </a:extLst>
          </p:cNvPr>
          <p:cNvGrpSpPr/>
          <p:nvPr/>
        </p:nvGrpSpPr>
        <p:grpSpPr>
          <a:xfrm>
            <a:off x="7655615" y="4111380"/>
            <a:ext cx="1488384" cy="984250"/>
            <a:chOff x="6022975" y="2847975"/>
            <a:chExt cx="1863725" cy="1968500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xmlns="" id="{7A1C39E4-0397-4DE2-9FB7-21EBA3ECBA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1100" y="3495675"/>
              <a:ext cx="1625600" cy="1320800"/>
            </a:xfrm>
            <a:custGeom>
              <a:avLst/>
              <a:gdLst>
                <a:gd name="T0" fmla="*/ 238 w 520"/>
                <a:gd name="T1" fmla="*/ 251 h 422"/>
                <a:gd name="T2" fmla="*/ 238 w 520"/>
                <a:gd name="T3" fmla="*/ 368 h 422"/>
                <a:gd name="T4" fmla="*/ 182 w 520"/>
                <a:gd name="T5" fmla="*/ 416 h 422"/>
                <a:gd name="T6" fmla="*/ 154 w 520"/>
                <a:gd name="T7" fmla="*/ 395 h 422"/>
                <a:gd name="T8" fmla="*/ 160 w 520"/>
                <a:gd name="T9" fmla="*/ 360 h 422"/>
                <a:gd name="T10" fmla="*/ 168 w 520"/>
                <a:gd name="T11" fmla="*/ 338 h 422"/>
                <a:gd name="T12" fmla="*/ 169 w 520"/>
                <a:gd name="T13" fmla="*/ 251 h 422"/>
                <a:gd name="T14" fmla="*/ 91 w 520"/>
                <a:gd name="T15" fmla="*/ 251 h 422"/>
                <a:gd name="T16" fmla="*/ 90 w 520"/>
                <a:gd name="T17" fmla="*/ 259 h 422"/>
                <a:gd name="T18" fmla="*/ 90 w 520"/>
                <a:gd name="T19" fmla="*/ 375 h 422"/>
                <a:gd name="T20" fmla="*/ 66 w 520"/>
                <a:gd name="T21" fmla="*/ 413 h 422"/>
                <a:gd name="T22" fmla="*/ 15 w 520"/>
                <a:gd name="T23" fmla="*/ 409 h 422"/>
                <a:gd name="T24" fmla="*/ 11 w 520"/>
                <a:gd name="T25" fmla="*/ 360 h 422"/>
                <a:gd name="T26" fmla="*/ 20 w 520"/>
                <a:gd name="T27" fmla="*/ 336 h 422"/>
                <a:gd name="T28" fmla="*/ 21 w 520"/>
                <a:gd name="T29" fmla="*/ 106 h 422"/>
                <a:gd name="T30" fmla="*/ 131 w 520"/>
                <a:gd name="T31" fmla="*/ 162 h 422"/>
                <a:gd name="T32" fmla="*/ 239 w 520"/>
                <a:gd name="T33" fmla="*/ 100 h 422"/>
                <a:gd name="T34" fmla="*/ 239 w 520"/>
                <a:gd name="T35" fmla="*/ 149 h 422"/>
                <a:gd name="T36" fmla="*/ 339 w 520"/>
                <a:gd name="T37" fmla="*/ 98 h 422"/>
                <a:gd name="T38" fmla="*/ 360 w 520"/>
                <a:gd name="T39" fmla="*/ 84 h 422"/>
                <a:gd name="T40" fmla="*/ 416 w 520"/>
                <a:gd name="T41" fmla="*/ 83 h 422"/>
                <a:gd name="T42" fmla="*/ 469 w 520"/>
                <a:gd name="T43" fmla="*/ 31 h 422"/>
                <a:gd name="T44" fmla="*/ 498 w 520"/>
                <a:gd name="T45" fmla="*/ 3 h 422"/>
                <a:gd name="T46" fmla="*/ 518 w 520"/>
                <a:gd name="T47" fmla="*/ 38 h 422"/>
                <a:gd name="T48" fmla="*/ 467 w 520"/>
                <a:gd name="T49" fmla="*/ 119 h 422"/>
                <a:gd name="T50" fmla="*/ 471 w 520"/>
                <a:gd name="T51" fmla="*/ 184 h 422"/>
                <a:gd name="T52" fmla="*/ 472 w 520"/>
                <a:gd name="T53" fmla="*/ 368 h 422"/>
                <a:gd name="T54" fmla="*/ 415 w 520"/>
                <a:gd name="T55" fmla="*/ 417 h 422"/>
                <a:gd name="T56" fmla="*/ 392 w 520"/>
                <a:gd name="T57" fmla="*/ 361 h 422"/>
                <a:gd name="T58" fmla="*/ 401 w 520"/>
                <a:gd name="T59" fmla="*/ 337 h 422"/>
                <a:gd name="T60" fmla="*/ 401 w 520"/>
                <a:gd name="T61" fmla="*/ 250 h 422"/>
                <a:gd name="T62" fmla="*/ 357 w 520"/>
                <a:gd name="T63" fmla="*/ 250 h 422"/>
                <a:gd name="T64" fmla="*/ 357 w 520"/>
                <a:gd name="T65" fmla="*/ 321 h 422"/>
                <a:gd name="T66" fmla="*/ 356 w 520"/>
                <a:gd name="T67" fmla="*/ 377 h 422"/>
                <a:gd name="T68" fmla="*/ 332 w 520"/>
                <a:gd name="T69" fmla="*/ 413 h 422"/>
                <a:gd name="T70" fmla="*/ 281 w 520"/>
                <a:gd name="T71" fmla="*/ 409 h 422"/>
                <a:gd name="T72" fmla="*/ 276 w 520"/>
                <a:gd name="T73" fmla="*/ 362 h 422"/>
                <a:gd name="T74" fmla="*/ 286 w 520"/>
                <a:gd name="T75" fmla="*/ 336 h 422"/>
                <a:gd name="T76" fmla="*/ 286 w 520"/>
                <a:gd name="T77" fmla="*/ 251 h 422"/>
                <a:gd name="T78" fmla="*/ 238 w 520"/>
                <a:gd name="T79" fmla="*/ 251 h 422"/>
                <a:gd name="T80" fmla="*/ 153 w 520"/>
                <a:gd name="T81" fmla="*/ 183 h 422"/>
                <a:gd name="T82" fmla="*/ 129 w 520"/>
                <a:gd name="T83" fmla="*/ 166 h 422"/>
                <a:gd name="T84" fmla="*/ 109 w 520"/>
                <a:gd name="T85" fmla="*/ 183 h 422"/>
                <a:gd name="T86" fmla="*/ 129 w 520"/>
                <a:gd name="T87" fmla="*/ 200 h 422"/>
                <a:gd name="T88" fmla="*/ 153 w 520"/>
                <a:gd name="T89" fmla="*/ 183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20" h="422">
                  <a:moveTo>
                    <a:pt x="238" y="251"/>
                  </a:moveTo>
                  <a:cubicBezTo>
                    <a:pt x="238" y="291"/>
                    <a:pt x="236" y="330"/>
                    <a:pt x="238" y="368"/>
                  </a:cubicBezTo>
                  <a:cubicBezTo>
                    <a:pt x="239" y="400"/>
                    <a:pt x="222" y="422"/>
                    <a:pt x="182" y="416"/>
                  </a:cubicBezTo>
                  <a:cubicBezTo>
                    <a:pt x="171" y="415"/>
                    <a:pt x="158" y="405"/>
                    <a:pt x="154" y="395"/>
                  </a:cubicBezTo>
                  <a:cubicBezTo>
                    <a:pt x="150" y="386"/>
                    <a:pt x="157" y="372"/>
                    <a:pt x="160" y="360"/>
                  </a:cubicBezTo>
                  <a:cubicBezTo>
                    <a:pt x="162" y="353"/>
                    <a:pt x="168" y="345"/>
                    <a:pt x="168" y="338"/>
                  </a:cubicBezTo>
                  <a:cubicBezTo>
                    <a:pt x="169" y="308"/>
                    <a:pt x="169" y="278"/>
                    <a:pt x="169" y="251"/>
                  </a:cubicBezTo>
                  <a:cubicBezTo>
                    <a:pt x="143" y="251"/>
                    <a:pt x="118" y="251"/>
                    <a:pt x="91" y="251"/>
                  </a:cubicBezTo>
                  <a:cubicBezTo>
                    <a:pt x="91" y="251"/>
                    <a:pt x="90" y="255"/>
                    <a:pt x="90" y="259"/>
                  </a:cubicBezTo>
                  <a:cubicBezTo>
                    <a:pt x="90" y="298"/>
                    <a:pt x="90" y="336"/>
                    <a:pt x="90" y="375"/>
                  </a:cubicBezTo>
                  <a:cubicBezTo>
                    <a:pt x="90" y="392"/>
                    <a:pt x="83" y="406"/>
                    <a:pt x="66" y="413"/>
                  </a:cubicBezTo>
                  <a:cubicBezTo>
                    <a:pt x="49" y="420"/>
                    <a:pt x="31" y="421"/>
                    <a:pt x="15" y="409"/>
                  </a:cubicBezTo>
                  <a:cubicBezTo>
                    <a:pt x="1" y="399"/>
                    <a:pt x="0" y="376"/>
                    <a:pt x="11" y="360"/>
                  </a:cubicBezTo>
                  <a:cubicBezTo>
                    <a:pt x="16" y="353"/>
                    <a:pt x="20" y="344"/>
                    <a:pt x="20" y="336"/>
                  </a:cubicBezTo>
                  <a:cubicBezTo>
                    <a:pt x="21" y="261"/>
                    <a:pt x="21" y="186"/>
                    <a:pt x="21" y="106"/>
                  </a:cubicBezTo>
                  <a:cubicBezTo>
                    <a:pt x="52" y="141"/>
                    <a:pt x="85" y="164"/>
                    <a:pt x="131" y="162"/>
                  </a:cubicBezTo>
                  <a:cubicBezTo>
                    <a:pt x="175" y="160"/>
                    <a:pt x="209" y="139"/>
                    <a:pt x="239" y="100"/>
                  </a:cubicBezTo>
                  <a:cubicBezTo>
                    <a:pt x="239" y="120"/>
                    <a:pt x="239" y="135"/>
                    <a:pt x="239" y="149"/>
                  </a:cubicBezTo>
                  <a:cubicBezTo>
                    <a:pt x="282" y="157"/>
                    <a:pt x="322" y="137"/>
                    <a:pt x="339" y="98"/>
                  </a:cubicBezTo>
                  <a:cubicBezTo>
                    <a:pt x="344" y="87"/>
                    <a:pt x="349" y="84"/>
                    <a:pt x="360" y="84"/>
                  </a:cubicBezTo>
                  <a:cubicBezTo>
                    <a:pt x="379" y="84"/>
                    <a:pt x="397" y="84"/>
                    <a:pt x="416" y="83"/>
                  </a:cubicBezTo>
                  <a:cubicBezTo>
                    <a:pt x="447" y="81"/>
                    <a:pt x="465" y="63"/>
                    <a:pt x="469" y="31"/>
                  </a:cubicBezTo>
                  <a:cubicBezTo>
                    <a:pt x="472" y="11"/>
                    <a:pt x="483" y="0"/>
                    <a:pt x="498" y="3"/>
                  </a:cubicBezTo>
                  <a:cubicBezTo>
                    <a:pt x="513" y="5"/>
                    <a:pt x="520" y="18"/>
                    <a:pt x="518" y="38"/>
                  </a:cubicBezTo>
                  <a:cubicBezTo>
                    <a:pt x="513" y="74"/>
                    <a:pt x="503" y="89"/>
                    <a:pt x="467" y="119"/>
                  </a:cubicBezTo>
                  <a:cubicBezTo>
                    <a:pt x="469" y="142"/>
                    <a:pt x="471" y="163"/>
                    <a:pt x="471" y="184"/>
                  </a:cubicBezTo>
                  <a:cubicBezTo>
                    <a:pt x="472" y="245"/>
                    <a:pt x="472" y="306"/>
                    <a:pt x="472" y="368"/>
                  </a:cubicBezTo>
                  <a:cubicBezTo>
                    <a:pt x="472" y="403"/>
                    <a:pt x="450" y="422"/>
                    <a:pt x="415" y="417"/>
                  </a:cubicBezTo>
                  <a:cubicBezTo>
                    <a:pt x="387" y="413"/>
                    <a:pt x="376" y="385"/>
                    <a:pt x="392" y="361"/>
                  </a:cubicBezTo>
                  <a:cubicBezTo>
                    <a:pt x="397" y="355"/>
                    <a:pt x="400" y="345"/>
                    <a:pt x="401" y="337"/>
                  </a:cubicBezTo>
                  <a:cubicBezTo>
                    <a:pt x="402" y="309"/>
                    <a:pt x="401" y="280"/>
                    <a:pt x="401" y="250"/>
                  </a:cubicBezTo>
                  <a:cubicBezTo>
                    <a:pt x="386" y="250"/>
                    <a:pt x="373" y="250"/>
                    <a:pt x="357" y="250"/>
                  </a:cubicBezTo>
                  <a:cubicBezTo>
                    <a:pt x="357" y="274"/>
                    <a:pt x="357" y="297"/>
                    <a:pt x="357" y="321"/>
                  </a:cubicBezTo>
                  <a:cubicBezTo>
                    <a:pt x="357" y="340"/>
                    <a:pt x="357" y="358"/>
                    <a:pt x="356" y="377"/>
                  </a:cubicBezTo>
                  <a:cubicBezTo>
                    <a:pt x="356" y="394"/>
                    <a:pt x="348" y="407"/>
                    <a:pt x="332" y="413"/>
                  </a:cubicBezTo>
                  <a:cubicBezTo>
                    <a:pt x="315" y="420"/>
                    <a:pt x="297" y="421"/>
                    <a:pt x="281" y="409"/>
                  </a:cubicBezTo>
                  <a:cubicBezTo>
                    <a:pt x="266" y="398"/>
                    <a:pt x="266" y="379"/>
                    <a:pt x="276" y="362"/>
                  </a:cubicBezTo>
                  <a:cubicBezTo>
                    <a:pt x="281" y="355"/>
                    <a:pt x="285" y="345"/>
                    <a:pt x="286" y="336"/>
                  </a:cubicBezTo>
                  <a:cubicBezTo>
                    <a:pt x="287" y="308"/>
                    <a:pt x="286" y="280"/>
                    <a:pt x="286" y="251"/>
                  </a:cubicBezTo>
                  <a:cubicBezTo>
                    <a:pt x="270" y="251"/>
                    <a:pt x="255" y="251"/>
                    <a:pt x="238" y="251"/>
                  </a:cubicBezTo>
                  <a:close/>
                  <a:moveTo>
                    <a:pt x="153" y="183"/>
                  </a:moveTo>
                  <a:cubicBezTo>
                    <a:pt x="142" y="175"/>
                    <a:pt x="134" y="165"/>
                    <a:pt x="129" y="166"/>
                  </a:cubicBezTo>
                  <a:cubicBezTo>
                    <a:pt x="122" y="167"/>
                    <a:pt x="116" y="177"/>
                    <a:pt x="109" y="183"/>
                  </a:cubicBezTo>
                  <a:cubicBezTo>
                    <a:pt x="115" y="189"/>
                    <a:pt x="121" y="199"/>
                    <a:pt x="129" y="200"/>
                  </a:cubicBezTo>
                  <a:cubicBezTo>
                    <a:pt x="134" y="201"/>
                    <a:pt x="142" y="192"/>
                    <a:pt x="153" y="18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xmlns="" id="{EF4BEC43-C434-44B8-BCC4-54A70C5B9D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2975" y="2847975"/>
              <a:ext cx="1276350" cy="1114425"/>
            </a:xfrm>
            <a:custGeom>
              <a:avLst/>
              <a:gdLst>
                <a:gd name="T0" fmla="*/ 332 w 408"/>
                <a:gd name="T1" fmla="*/ 340 h 356"/>
                <a:gd name="T2" fmla="*/ 332 w 408"/>
                <a:gd name="T3" fmla="*/ 253 h 356"/>
                <a:gd name="T4" fmla="*/ 180 w 408"/>
                <a:gd name="T5" fmla="*/ 343 h 356"/>
                <a:gd name="T6" fmla="*/ 76 w 408"/>
                <a:gd name="T7" fmla="*/ 254 h 356"/>
                <a:gd name="T8" fmla="*/ 76 w 408"/>
                <a:gd name="T9" fmla="*/ 338 h 356"/>
                <a:gd name="T10" fmla="*/ 1 w 408"/>
                <a:gd name="T11" fmla="*/ 275 h 356"/>
                <a:gd name="T12" fmla="*/ 1 w 408"/>
                <a:gd name="T13" fmla="*/ 163 h 356"/>
                <a:gd name="T14" fmla="*/ 65 w 408"/>
                <a:gd name="T15" fmla="*/ 98 h 356"/>
                <a:gd name="T16" fmla="*/ 83 w 408"/>
                <a:gd name="T17" fmla="*/ 83 h 356"/>
                <a:gd name="T18" fmla="*/ 204 w 408"/>
                <a:gd name="T19" fmla="*/ 0 h 356"/>
                <a:gd name="T20" fmla="*/ 325 w 408"/>
                <a:gd name="T21" fmla="*/ 85 h 356"/>
                <a:gd name="T22" fmla="*/ 342 w 408"/>
                <a:gd name="T23" fmla="*/ 97 h 356"/>
                <a:gd name="T24" fmla="*/ 408 w 408"/>
                <a:gd name="T25" fmla="*/ 175 h 356"/>
                <a:gd name="T26" fmla="*/ 408 w 408"/>
                <a:gd name="T27" fmla="*/ 265 h 356"/>
                <a:gd name="T28" fmla="*/ 332 w 408"/>
                <a:gd name="T29" fmla="*/ 340 h 356"/>
                <a:gd name="T30" fmla="*/ 212 w 408"/>
                <a:gd name="T31" fmla="*/ 322 h 356"/>
                <a:gd name="T32" fmla="*/ 230 w 408"/>
                <a:gd name="T33" fmla="*/ 256 h 356"/>
                <a:gd name="T34" fmla="*/ 227 w 408"/>
                <a:gd name="T35" fmla="*/ 204 h 356"/>
                <a:gd name="T36" fmla="*/ 176 w 408"/>
                <a:gd name="T37" fmla="*/ 208 h 356"/>
                <a:gd name="T38" fmla="*/ 182 w 408"/>
                <a:gd name="T39" fmla="*/ 261 h 356"/>
                <a:gd name="T40" fmla="*/ 196 w 408"/>
                <a:gd name="T41" fmla="*/ 277 h 356"/>
                <a:gd name="T42" fmla="*/ 197 w 408"/>
                <a:gd name="T43" fmla="*/ 321 h 356"/>
                <a:gd name="T44" fmla="*/ 146 w 408"/>
                <a:gd name="T45" fmla="*/ 310 h 356"/>
                <a:gd name="T46" fmla="*/ 258 w 408"/>
                <a:gd name="T47" fmla="*/ 319 h 356"/>
                <a:gd name="T48" fmla="*/ 260 w 408"/>
                <a:gd name="T49" fmla="*/ 308 h 356"/>
                <a:gd name="T50" fmla="*/ 212 w 408"/>
                <a:gd name="T51" fmla="*/ 322 h 356"/>
                <a:gd name="T52" fmla="*/ 129 w 408"/>
                <a:gd name="T53" fmla="*/ 148 h 356"/>
                <a:gd name="T54" fmla="*/ 110 w 408"/>
                <a:gd name="T55" fmla="*/ 172 h 356"/>
                <a:gd name="T56" fmla="*/ 128 w 408"/>
                <a:gd name="T57" fmla="*/ 192 h 356"/>
                <a:gd name="T58" fmla="*/ 144 w 408"/>
                <a:gd name="T59" fmla="*/ 174 h 356"/>
                <a:gd name="T60" fmla="*/ 129 w 408"/>
                <a:gd name="T61" fmla="*/ 148 h 356"/>
                <a:gd name="T62" fmla="*/ 305 w 408"/>
                <a:gd name="T63" fmla="*/ 173 h 356"/>
                <a:gd name="T64" fmla="*/ 280 w 408"/>
                <a:gd name="T65" fmla="*/ 157 h 356"/>
                <a:gd name="T66" fmla="*/ 261 w 408"/>
                <a:gd name="T67" fmla="*/ 173 h 356"/>
                <a:gd name="T68" fmla="*/ 281 w 408"/>
                <a:gd name="T69" fmla="*/ 191 h 356"/>
                <a:gd name="T70" fmla="*/ 305 w 408"/>
                <a:gd name="T71" fmla="*/ 173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08" h="356">
                  <a:moveTo>
                    <a:pt x="332" y="340"/>
                  </a:moveTo>
                  <a:cubicBezTo>
                    <a:pt x="332" y="310"/>
                    <a:pt x="332" y="281"/>
                    <a:pt x="332" y="253"/>
                  </a:cubicBezTo>
                  <a:cubicBezTo>
                    <a:pt x="303" y="319"/>
                    <a:pt x="254" y="356"/>
                    <a:pt x="180" y="343"/>
                  </a:cubicBezTo>
                  <a:cubicBezTo>
                    <a:pt x="130" y="335"/>
                    <a:pt x="96" y="303"/>
                    <a:pt x="76" y="254"/>
                  </a:cubicBezTo>
                  <a:cubicBezTo>
                    <a:pt x="76" y="282"/>
                    <a:pt x="76" y="310"/>
                    <a:pt x="76" y="338"/>
                  </a:cubicBezTo>
                  <a:cubicBezTo>
                    <a:pt x="37" y="342"/>
                    <a:pt x="2" y="313"/>
                    <a:pt x="1" y="275"/>
                  </a:cubicBezTo>
                  <a:cubicBezTo>
                    <a:pt x="0" y="238"/>
                    <a:pt x="0" y="201"/>
                    <a:pt x="1" y="163"/>
                  </a:cubicBezTo>
                  <a:cubicBezTo>
                    <a:pt x="2" y="130"/>
                    <a:pt x="30" y="103"/>
                    <a:pt x="65" y="98"/>
                  </a:cubicBezTo>
                  <a:cubicBezTo>
                    <a:pt x="75" y="96"/>
                    <a:pt x="79" y="93"/>
                    <a:pt x="83" y="83"/>
                  </a:cubicBezTo>
                  <a:cubicBezTo>
                    <a:pt x="105" y="29"/>
                    <a:pt x="148" y="0"/>
                    <a:pt x="204" y="0"/>
                  </a:cubicBezTo>
                  <a:cubicBezTo>
                    <a:pt x="260" y="0"/>
                    <a:pt x="302" y="30"/>
                    <a:pt x="325" y="85"/>
                  </a:cubicBezTo>
                  <a:cubicBezTo>
                    <a:pt x="328" y="90"/>
                    <a:pt x="335" y="96"/>
                    <a:pt x="342" y="97"/>
                  </a:cubicBezTo>
                  <a:cubicBezTo>
                    <a:pt x="382" y="105"/>
                    <a:pt x="407" y="134"/>
                    <a:pt x="408" y="175"/>
                  </a:cubicBezTo>
                  <a:cubicBezTo>
                    <a:pt x="408" y="205"/>
                    <a:pt x="408" y="235"/>
                    <a:pt x="408" y="265"/>
                  </a:cubicBezTo>
                  <a:cubicBezTo>
                    <a:pt x="407" y="309"/>
                    <a:pt x="376" y="340"/>
                    <a:pt x="332" y="340"/>
                  </a:cubicBezTo>
                  <a:close/>
                  <a:moveTo>
                    <a:pt x="212" y="322"/>
                  </a:moveTo>
                  <a:cubicBezTo>
                    <a:pt x="209" y="295"/>
                    <a:pt x="203" y="272"/>
                    <a:pt x="230" y="256"/>
                  </a:cubicBezTo>
                  <a:cubicBezTo>
                    <a:pt x="248" y="246"/>
                    <a:pt x="244" y="220"/>
                    <a:pt x="227" y="204"/>
                  </a:cubicBezTo>
                  <a:cubicBezTo>
                    <a:pt x="213" y="191"/>
                    <a:pt x="189" y="193"/>
                    <a:pt x="176" y="208"/>
                  </a:cubicBezTo>
                  <a:cubicBezTo>
                    <a:pt x="162" y="224"/>
                    <a:pt x="165" y="248"/>
                    <a:pt x="182" y="261"/>
                  </a:cubicBezTo>
                  <a:cubicBezTo>
                    <a:pt x="187" y="265"/>
                    <a:pt x="195" y="271"/>
                    <a:pt x="196" y="277"/>
                  </a:cubicBezTo>
                  <a:cubicBezTo>
                    <a:pt x="198" y="291"/>
                    <a:pt x="197" y="305"/>
                    <a:pt x="197" y="321"/>
                  </a:cubicBezTo>
                  <a:cubicBezTo>
                    <a:pt x="177" y="317"/>
                    <a:pt x="162" y="313"/>
                    <a:pt x="146" y="310"/>
                  </a:cubicBezTo>
                  <a:cubicBezTo>
                    <a:pt x="171" y="340"/>
                    <a:pt x="235" y="342"/>
                    <a:pt x="258" y="319"/>
                  </a:cubicBezTo>
                  <a:cubicBezTo>
                    <a:pt x="260" y="317"/>
                    <a:pt x="259" y="312"/>
                    <a:pt x="260" y="308"/>
                  </a:cubicBezTo>
                  <a:cubicBezTo>
                    <a:pt x="243" y="313"/>
                    <a:pt x="229" y="317"/>
                    <a:pt x="212" y="322"/>
                  </a:cubicBezTo>
                  <a:close/>
                  <a:moveTo>
                    <a:pt x="129" y="148"/>
                  </a:moveTo>
                  <a:cubicBezTo>
                    <a:pt x="120" y="160"/>
                    <a:pt x="109" y="167"/>
                    <a:pt x="110" y="172"/>
                  </a:cubicBezTo>
                  <a:cubicBezTo>
                    <a:pt x="112" y="180"/>
                    <a:pt x="122" y="185"/>
                    <a:pt x="128" y="192"/>
                  </a:cubicBezTo>
                  <a:cubicBezTo>
                    <a:pt x="133" y="186"/>
                    <a:pt x="143" y="180"/>
                    <a:pt x="144" y="174"/>
                  </a:cubicBezTo>
                  <a:cubicBezTo>
                    <a:pt x="145" y="168"/>
                    <a:pt x="136" y="160"/>
                    <a:pt x="129" y="148"/>
                  </a:cubicBezTo>
                  <a:close/>
                  <a:moveTo>
                    <a:pt x="305" y="173"/>
                  </a:moveTo>
                  <a:cubicBezTo>
                    <a:pt x="293" y="165"/>
                    <a:pt x="286" y="156"/>
                    <a:pt x="280" y="157"/>
                  </a:cubicBezTo>
                  <a:cubicBezTo>
                    <a:pt x="273" y="158"/>
                    <a:pt x="267" y="167"/>
                    <a:pt x="261" y="173"/>
                  </a:cubicBezTo>
                  <a:cubicBezTo>
                    <a:pt x="268" y="179"/>
                    <a:pt x="273" y="189"/>
                    <a:pt x="281" y="191"/>
                  </a:cubicBezTo>
                  <a:cubicBezTo>
                    <a:pt x="286" y="192"/>
                    <a:pt x="294" y="182"/>
                    <a:pt x="305" y="17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9" name="Google Shape;472;p38"/>
          <p:cNvSpPr txBox="1">
            <a:spLocks noGrp="1"/>
          </p:cNvSpPr>
          <p:nvPr>
            <p:ph type="subTitle" idx="5"/>
          </p:nvPr>
        </p:nvSpPr>
        <p:spPr>
          <a:xfrm>
            <a:off x="1760514" y="1791250"/>
            <a:ext cx="2852125" cy="545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b="1" dirty="0">
                <a:solidFill>
                  <a:schemeClr val="tx2">
                    <a:lumMod val="50000"/>
                  </a:schemeClr>
                </a:solidFill>
              </a:rPr>
              <a:t>Registrar clientes y sus mascotas.</a:t>
            </a:r>
            <a:endParaRPr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3" name="Google Shape;461;p38"/>
          <p:cNvSpPr/>
          <p:nvPr/>
        </p:nvSpPr>
        <p:spPr>
          <a:xfrm>
            <a:off x="5070300" y="1844500"/>
            <a:ext cx="723300" cy="723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65;p38"/>
          <p:cNvSpPr txBox="1">
            <a:spLocks noGrp="1"/>
          </p:cNvSpPr>
          <p:nvPr>
            <p:ph type="title" idx="13"/>
          </p:nvPr>
        </p:nvSpPr>
        <p:spPr>
          <a:xfrm>
            <a:off x="4955700" y="2966280"/>
            <a:ext cx="95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05</a:t>
            </a:r>
            <a:endParaRPr dirty="0"/>
          </a:p>
        </p:txBody>
      </p:sp>
      <p:sp>
        <p:nvSpPr>
          <p:cNvPr id="48" name="Google Shape;472;p38"/>
          <p:cNvSpPr txBox="1">
            <a:spLocks noGrp="1"/>
          </p:cNvSpPr>
          <p:nvPr>
            <p:ph type="subTitle" idx="5"/>
          </p:nvPr>
        </p:nvSpPr>
        <p:spPr>
          <a:xfrm>
            <a:off x="1740194" y="2813513"/>
            <a:ext cx="2852125" cy="545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b="1" dirty="0">
                <a:solidFill>
                  <a:schemeClr val="tx2">
                    <a:lumMod val="50000"/>
                  </a:schemeClr>
                </a:solidFill>
              </a:rPr>
              <a:t>Administrar productos e inventario.</a:t>
            </a:r>
            <a:endParaRPr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9" name="Google Shape;472;p38"/>
          <p:cNvSpPr txBox="1">
            <a:spLocks noGrp="1"/>
          </p:cNvSpPr>
          <p:nvPr>
            <p:ph type="subTitle" idx="5"/>
          </p:nvPr>
        </p:nvSpPr>
        <p:spPr>
          <a:xfrm>
            <a:off x="1760514" y="3838605"/>
            <a:ext cx="2852125" cy="545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b="1" dirty="0">
                <a:solidFill>
                  <a:schemeClr val="tx2">
                    <a:lumMod val="50000"/>
                  </a:schemeClr>
                </a:solidFill>
              </a:rPr>
              <a:t>Registrar servicios (consultas, vacunas, baños, etc.).</a:t>
            </a:r>
            <a:endParaRPr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Google Shape;472;p38"/>
          <p:cNvSpPr txBox="1">
            <a:spLocks noGrp="1"/>
          </p:cNvSpPr>
          <p:nvPr>
            <p:ph type="subTitle" idx="5"/>
          </p:nvPr>
        </p:nvSpPr>
        <p:spPr>
          <a:xfrm>
            <a:off x="5891825" y="1933375"/>
            <a:ext cx="2852125" cy="545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b="1" dirty="0">
                <a:solidFill>
                  <a:schemeClr val="tx2">
                    <a:lumMod val="50000"/>
                  </a:schemeClr>
                </a:solidFill>
              </a:rPr>
              <a:t>Registrar ventas de productos y servicios..</a:t>
            </a:r>
            <a:endParaRPr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1" name="Google Shape;472;p38"/>
          <p:cNvSpPr txBox="1">
            <a:spLocks noGrp="1"/>
          </p:cNvSpPr>
          <p:nvPr>
            <p:ph type="subTitle" idx="5"/>
          </p:nvPr>
        </p:nvSpPr>
        <p:spPr>
          <a:xfrm>
            <a:off x="5891825" y="2979855"/>
            <a:ext cx="2852125" cy="545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b="1" dirty="0">
                <a:solidFill>
                  <a:schemeClr val="tx2">
                    <a:lumMod val="50000"/>
                  </a:schemeClr>
                </a:solidFill>
              </a:rPr>
              <a:t>Acceso seguro mediante autenticación JWT.</a:t>
            </a:r>
            <a:endParaRPr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0"/>
          <p:cNvSpPr txBox="1">
            <a:spLocks noGrp="1"/>
          </p:cNvSpPr>
          <p:nvPr>
            <p:ph type="title"/>
          </p:nvPr>
        </p:nvSpPr>
        <p:spPr>
          <a:xfrm>
            <a:off x="0" y="182879"/>
            <a:ext cx="5516881" cy="1128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PROBLEMATICA</a:t>
            </a:r>
            <a:endParaRPr dirty="0"/>
          </a:p>
        </p:txBody>
      </p:sp>
      <p:sp>
        <p:nvSpPr>
          <p:cNvPr id="538" name="Google Shape;538;p40"/>
          <p:cNvSpPr txBox="1">
            <a:spLocks noGrp="1"/>
          </p:cNvSpPr>
          <p:nvPr>
            <p:ph type="subTitle" idx="1"/>
          </p:nvPr>
        </p:nvSpPr>
        <p:spPr>
          <a:xfrm>
            <a:off x="111760" y="953904"/>
            <a:ext cx="5039360" cy="35024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s-MX" dirty="0">
                <a:solidFill>
                  <a:schemeClr val="tx2">
                    <a:lumMod val="50000"/>
                  </a:schemeClr>
                </a:solidFill>
              </a:rPr>
              <a:t>El proyecto soluciona problemas comunes en la administración de la </a:t>
            </a:r>
            <a:r>
              <a:rPr lang="es-MX" dirty="0" smtClean="0">
                <a:solidFill>
                  <a:schemeClr val="tx2">
                    <a:lumMod val="50000"/>
                  </a:schemeClr>
                </a:solidFill>
              </a:rPr>
              <a:t>veterinaria como:</a:t>
            </a:r>
          </a:p>
          <a:p>
            <a:pPr marL="285750" lvl="0" indent="-285750">
              <a:spcAft>
                <a:spcPts val="1600"/>
              </a:spcAft>
              <a:buFont typeface="Arial" pitchFamily="34" charset="0"/>
              <a:buChar char="•"/>
            </a:pPr>
            <a:r>
              <a:rPr lang="es-MX" dirty="0" smtClean="0">
                <a:solidFill>
                  <a:schemeClr val="tx2">
                    <a:lumMod val="50000"/>
                  </a:schemeClr>
                </a:solidFill>
              </a:rPr>
              <a:t>Registros </a:t>
            </a:r>
            <a:r>
              <a:rPr lang="es-MX" dirty="0">
                <a:solidFill>
                  <a:schemeClr val="tx2">
                    <a:lumMod val="50000"/>
                  </a:schemeClr>
                </a:solidFill>
              </a:rPr>
              <a:t>manuales o desorganizados</a:t>
            </a:r>
            <a:r>
              <a:rPr lang="es-MX" dirty="0" smtClean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  <a:p>
            <a:pPr marL="285750" lvl="0" indent="-285750">
              <a:spcAft>
                <a:spcPts val="1600"/>
              </a:spcAft>
              <a:buFont typeface="Arial" pitchFamily="34" charset="0"/>
              <a:buChar char="•"/>
            </a:pPr>
            <a:r>
              <a:rPr lang="es-MX" dirty="0" smtClean="0">
                <a:solidFill>
                  <a:schemeClr val="tx2">
                    <a:lumMod val="50000"/>
                  </a:schemeClr>
                </a:solidFill>
              </a:rPr>
              <a:t>Falta </a:t>
            </a:r>
            <a:r>
              <a:rPr lang="es-MX" dirty="0">
                <a:solidFill>
                  <a:schemeClr val="tx2">
                    <a:lumMod val="50000"/>
                  </a:schemeClr>
                </a:solidFill>
              </a:rPr>
              <a:t>de control de productos y servicios</a:t>
            </a:r>
            <a:r>
              <a:rPr lang="es-MX" dirty="0" smtClean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  <a:p>
            <a:pPr marL="285750" lvl="0" indent="-285750">
              <a:spcAft>
                <a:spcPts val="1600"/>
              </a:spcAft>
              <a:buFont typeface="Arial" pitchFamily="34" charset="0"/>
              <a:buChar char="•"/>
            </a:pPr>
            <a:r>
              <a:rPr lang="es-MX" dirty="0" smtClean="0">
                <a:solidFill>
                  <a:schemeClr val="tx2">
                    <a:lumMod val="50000"/>
                  </a:schemeClr>
                </a:solidFill>
              </a:rPr>
              <a:t>Ventas </a:t>
            </a:r>
            <a:r>
              <a:rPr lang="es-MX" dirty="0">
                <a:solidFill>
                  <a:schemeClr val="tx2">
                    <a:lumMod val="50000"/>
                  </a:schemeClr>
                </a:solidFill>
              </a:rPr>
              <a:t>poco precisas y sin historial claro</a:t>
            </a:r>
            <a:r>
              <a:rPr lang="es-MX" dirty="0" smtClean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  <a:p>
            <a:pPr marL="285750" lvl="0" indent="-285750">
              <a:spcAft>
                <a:spcPts val="1600"/>
              </a:spcAft>
              <a:buFont typeface="Arial" pitchFamily="34" charset="0"/>
              <a:buChar char="•"/>
            </a:pPr>
            <a:r>
              <a:rPr lang="es-MX" dirty="0" smtClean="0">
                <a:solidFill>
                  <a:schemeClr val="tx2">
                    <a:lumMod val="50000"/>
                  </a:schemeClr>
                </a:solidFill>
              </a:rPr>
              <a:t>Información </a:t>
            </a:r>
            <a:r>
              <a:rPr lang="es-MX" dirty="0">
                <a:solidFill>
                  <a:schemeClr val="tx2">
                    <a:lumMod val="50000"/>
                  </a:schemeClr>
                </a:solidFill>
              </a:rPr>
              <a:t>de clientes y mascotas difícil de rastrear</a:t>
            </a:r>
            <a:r>
              <a:rPr lang="es-MX" dirty="0" smtClean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  <a:p>
            <a:pPr marL="285750" lvl="0" indent="-285750">
              <a:spcAft>
                <a:spcPts val="1600"/>
              </a:spcAft>
              <a:buFont typeface="Arial" pitchFamily="34" charset="0"/>
              <a:buChar char="•"/>
            </a:pPr>
            <a:r>
              <a:rPr lang="es-MX" dirty="0" smtClean="0">
                <a:solidFill>
                  <a:schemeClr val="tx2">
                    <a:lumMod val="50000"/>
                  </a:schemeClr>
                </a:solidFill>
              </a:rPr>
              <a:t>Falta </a:t>
            </a:r>
            <a:r>
              <a:rPr lang="es-MX" dirty="0">
                <a:solidFill>
                  <a:schemeClr val="tx2">
                    <a:lumMod val="50000"/>
                  </a:schemeClr>
                </a:solidFill>
              </a:rPr>
              <a:t>de un sistema seguro para protección de datos</a:t>
            </a:r>
            <a:r>
              <a:rPr lang="es-MX" dirty="0" smtClean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  <a:p>
            <a:pPr marL="0" lvl="0" indent="0">
              <a:spcAft>
                <a:spcPts val="1600"/>
              </a:spcAft>
            </a:pPr>
            <a:r>
              <a:rPr lang="es-MX" dirty="0" smtClean="0">
                <a:solidFill>
                  <a:schemeClr val="tx2">
                    <a:lumMod val="50000"/>
                  </a:schemeClr>
                </a:solidFill>
              </a:rPr>
              <a:t>El </a:t>
            </a:r>
            <a:r>
              <a:rPr lang="es-MX" dirty="0">
                <a:solidFill>
                  <a:schemeClr val="tx2">
                    <a:lumMod val="50000"/>
                  </a:schemeClr>
                </a:solidFill>
              </a:rPr>
              <a:t>sistema automatiza y ordena todos los procesos clave.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539" name="Google Shape;539;p40"/>
          <p:cNvPicPr preferRelativeResize="0"/>
          <p:nvPr/>
        </p:nvPicPr>
        <p:blipFill rotWithShape="1">
          <a:blip r:embed="rId3">
            <a:alphaModFix/>
          </a:blip>
          <a:srcRect l="17499" r="31346"/>
          <a:stretch/>
        </p:blipFill>
        <p:spPr>
          <a:xfrm>
            <a:off x="5283525" y="344250"/>
            <a:ext cx="3418224" cy="444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2"/>
          <p:cNvSpPr txBox="1">
            <a:spLocks noGrp="1"/>
          </p:cNvSpPr>
          <p:nvPr>
            <p:ph type="title"/>
          </p:nvPr>
        </p:nvSpPr>
        <p:spPr>
          <a:xfrm>
            <a:off x="1744500" y="445940"/>
            <a:ext cx="53502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Diagrama Entidad Relacion</a:t>
            </a:r>
            <a:endParaRPr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xmlns="" id="{89A48A54-FAF7-4C9D-B306-E13BD8C023BC}"/>
              </a:ext>
            </a:extLst>
          </p:cNvPr>
          <p:cNvGrpSpPr/>
          <p:nvPr/>
        </p:nvGrpSpPr>
        <p:grpSpPr>
          <a:xfrm>
            <a:off x="7655615" y="0"/>
            <a:ext cx="1488385" cy="1423781"/>
            <a:chOff x="7655615" y="0"/>
            <a:chExt cx="1488385" cy="1423781"/>
          </a:xfrm>
        </p:grpSpPr>
        <p:sp>
          <p:nvSpPr>
            <p:cNvPr id="17" name="Rectangle 69">
              <a:extLst>
                <a:ext uri="{FF2B5EF4-FFF2-40B4-BE49-F238E27FC236}">
                  <a16:creationId xmlns:a16="http://schemas.microsoft.com/office/drawing/2014/main" xmlns="" id="{3489EB67-429D-475A-8EA4-45BE20A44EF9}"/>
                </a:ext>
              </a:extLst>
            </p:cNvPr>
            <p:cNvSpPr/>
            <p:nvPr/>
          </p:nvSpPr>
          <p:spPr>
            <a:xfrm>
              <a:off x="8743950" y="0"/>
              <a:ext cx="400050" cy="14237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8" name="Rectangle 70">
              <a:extLst>
                <a:ext uri="{FF2B5EF4-FFF2-40B4-BE49-F238E27FC236}">
                  <a16:creationId xmlns:a16="http://schemas.microsoft.com/office/drawing/2014/main" xmlns="" id="{A732450E-A1B9-4E1C-959C-93CE462F9103}"/>
                </a:ext>
              </a:extLst>
            </p:cNvPr>
            <p:cNvSpPr/>
            <p:nvPr/>
          </p:nvSpPr>
          <p:spPr>
            <a:xfrm>
              <a:off x="7655615" y="0"/>
              <a:ext cx="1488384" cy="3321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xmlns="" id="{5A32319C-8079-4279-8FA8-D7BB6702E9FC}"/>
              </a:ext>
            </a:extLst>
          </p:cNvPr>
          <p:cNvGrpSpPr/>
          <p:nvPr/>
        </p:nvGrpSpPr>
        <p:grpSpPr>
          <a:xfrm flipH="1">
            <a:off x="21192" y="0"/>
            <a:ext cx="1519345" cy="1453397"/>
            <a:chOff x="7655615" y="0"/>
            <a:chExt cx="1488385" cy="1423781"/>
          </a:xfrm>
        </p:grpSpPr>
        <p:sp>
          <p:nvSpPr>
            <p:cNvPr id="20" name="Rectangle 69">
              <a:extLst>
                <a:ext uri="{FF2B5EF4-FFF2-40B4-BE49-F238E27FC236}">
                  <a16:creationId xmlns:a16="http://schemas.microsoft.com/office/drawing/2014/main" xmlns="" id="{FD43A093-75A8-446A-A350-650704FAAEC6}"/>
                </a:ext>
              </a:extLst>
            </p:cNvPr>
            <p:cNvSpPr/>
            <p:nvPr/>
          </p:nvSpPr>
          <p:spPr>
            <a:xfrm>
              <a:off x="8743950" y="0"/>
              <a:ext cx="400050" cy="14237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1" name="Rectangle 70">
              <a:extLst>
                <a:ext uri="{FF2B5EF4-FFF2-40B4-BE49-F238E27FC236}">
                  <a16:creationId xmlns:a16="http://schemas.microsoft.com/office/drawing/2014/main" xmlns="" id="{D48D08B9-D0C6-43B0-8522-5F852F0E89C7}"/>
                </a:ext>
              </a:extLst>
            </p:cNvPr>
            <p:cNvSpPr/>
            <p:nvPr/>
          </p:nvSpPr>
          <p:spPr>
            <a:xfrm>
              <a:off x="7655615" y="0"/>
              <a:ext cx="1488384" cy="3321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04" y="912996"/>
            <a:ext cx="7577503" cy="3849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233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es-MX" dirty="0"/>
              <a:t>Enlaces y datos de acceso</a:t>
            </a:r>
            <a:endParaRPr dirty="0"/>
          </a:p>
        </p:txBody>
      </p:sp>
      <p:sp>
        <p:nvSpPr>
          <p:cNvPr id="565" name="Google Shape;565;p41"/>
          <p:cNvSpPr txBox="1">
            <a:spLocks noGrp="1"/>
          </p:cNvSpPr>
          <p:nvPr>
            <p:ph type="title" idx="2"/>
          </p:nvPr>
        </p:nvSpPr>
        <p:spPr>
          <a:xfrm>
            <a:off x="374640" y="1297964"/>
            <a:ext cx="6391920" cy="8626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Repocitorio  donde se encuentra el front y back end: </a:t>
            </a:r>
            <a:endParaRPr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xmlns="" id="{E6813767-DC38-E87F-B7D8-A4D397274073}"/>
              </a:ext>
            </a:extLst>
          </p:cNvPr>
          <p:cNvGrpSpPr/>
          <p:nvPr/>
        </p:nvGrpSpPr>
        <p:grpSpPr>
          <a:xfrm>
            <a:off x="7615398" y="1480344"/>
            <a:ext cx="1414463" cy="2600325"/>
            <a:chOff x="7170738" y="2028825"/>
            <a:chExt cx="1414463" cy="2600325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xmlns="" id="{63BB9A5A-E919-4A92-86D7-F85EDE5D6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73926" y="2028825"/>
              <a:ext cx="1243013" cy="1360488"/>
            </a:xfrm>
            <a:custGeom>
              <a:avLst/>
              <a:gdLst>
                <a:gd name="T0" fmla="*/ 0 w 328"/>
                <a:gd name="T1" fmla="*/ 112 h 360"/>
                <a:gd name="T2" fmla="*/ 1 w 328"/>
                <a:gd name="T3" fmla="*/ 20 h 360"/>
                <a:gd name="T4" fmla="*/ 6 w 328"/>
                <a:gd name="T5" fmla="*/ 0 h 360"/>
                <a:gd name="T6" fmla="*/ 25 w 328"/>
                <a:gd name="T7" fmla="*/ 10 h 360"/>
                <a:gd name="T8" fmla="*/ 79 w 328"/>
                <a:gd name="T9" fmla="*/ 66 h 360"/>
                <a:gd name="T10" fmla="*/ 103 w 328"/>
                <a:gd name="T11" fmla="*/ 75 h 360"/>
                <a:gd name="T12" fmla="*/ 222 w 328"/>
                <a:gd name="T13" fmla="*/ 75 h 360"/>
                <a:gd name="T14" fmla="*/ 244 w 328"/>
                <a:gd name="T15" fmla="*/ 67 h 360"/>
                <a:gd name="T16" fmla="*/ 301 w 328"/>
                <a:gd name="T17" fmla="*/ 8 h 360"/>
                <a:gd name="T18" fmla="*/ 318 w 328"/>
                <a:gd name="T19" fmla="*/ 0 h 360"/>
                <a:gd name="T20" fmla="*/ 325 w 328"/>
                <a:gd name="T21" fmla="*/ 18 h 360"/>
                <a:gd name="T22" fmla="*/ 325 w 328"/>
                <a:gd name="T23" fmla="*/ 204 h 360"/>
                <a:gd name="T24" fmla="*/ 162 w 328"/>
                <a:gd name="T25" fmla="*/ 359 h 360"/>
                <a:gd name="T26" fmla="*/ 0 w 328"/>
                <a:gd name="T27" fmla="*/ 200 h 360"/>
                <a:gd name="T28" fmla="*/ 0 w 328"/>
                <a:gd name="T29" fmla="*/ 112 h 360"/>
                <a:gd name="T30" fmla="*/ 0 w 328"/>
                <a:gd name="T31" fmla="*/ 112 h 360"/>
                <a:gd name="T32" fmla="*/ 164 w 328"/>
                <a:gd name="T33" fmla="*/ 310 h 360"/>
                <a:gd name="T34" fmla="*/ 213 w 328"/>
                <a:gd name="T35" fmla="*/ 319 h 360"/>
                <a:gd name="T36" fmla="*/ 227 w 328"/>
                <a:gd name="T37" fmla="*/ 284 h 360"/>
                <a:gd name="T38" fmla="*/ 183 w 328"/>
                <a:gd name="T39" fmla="*/ 309 h 360"/>
                <a:gd name="T40" fmla="*/ 170 w 328"/>
                <a:gd name="T41" fmla="*/ 264 h 360"/>
                <a:gd name="T42" fmla="*/ 192 w 328"/>
                <a:gd name="T43" fmla="*/ 238 h 360"/>
                <a:gd name="T44" fmla="*/ 154 w 328"/>
                <a:gd name="T45" fmla="*/ 226 h 360"/>
                <a:gd name="T46" fmla="*/ 141 w 328"/>
                <a:gd name="T47" fmla="*/ 230 h 360"/>
                <a:gd name="T48" fmla="*/ 140 w 328"/>
                <a:gd name="T49" fmla="*/ 251 h 360"/>
                <a:gd name="T50" fmla="*/ 156 w 328"/>
                <a:gd name="T51" fmla="*/ 282 h 360"/>
                <a:gd name="T52" fmla="*/ 136 w 328"/>
                <a:gd name="T53" fmla="*/ 311 h 360"/>
                <a:gd name="T54" fmla="*/ 108 w 328"/>
                <a:gd name="T55" fmla="*/ 295 h 360"/>
                <a:gd name="T56" fmla="*/ 93 w 328"/>
                <a:gd name="T57" fmla="*/ 286 h 360"/>
                <a:gd name="T58" fmla="*/ 164 w 328"/>
                <a:gd name="T59" fmla="*/ 310 h 360"/>
                <a:gd name="T60" fmla="*/ 100 w 328"/>
                <a:gd name="T61" fmla="*/ 198 h 360"/>
                <a:gd name="T62" fmla="*/ 80 w 328"/>
                <a:gd name="T63" fmla="*/ 185 h 360"/>
                <a:gd name="T64" fmla="*/ 67 w 328"/>
                <a:gd name="T65" fmla="*/ 198 h 360"/>
                <a:gd name="T66" fmla="*/ 79 w 328"/>
                <a:gd name="T67" fmla="*/ 212 h 360"/>
                <a:gd name="T68" fmla="*/ 100 w 328"/>
                <a:gd name="T69" fmla="*/ 198 h 360"/>
                <a:gd name="T70" fmla="*/ 266 w 328"/>
                <a:gd name="T71" fmla="*/ 197 h 360"/>
                <a:gd name="T72" fmla="*/ 245 w 328"/>
                <a:gd name="T73" fmla="*/ 185 h 360"/>
                <a:gd name="T74" fmla="*/ 231 w 328"/>
                <a:gd name="T75" fmla="*/ 198 h 360"/>
                <a:gd name="T76" fmla="*/ 247 w 328"/>
                <a:gd name="T77" fmla="*/ 211 h 360"/>
                <a:gd name="T78" fmla="*/ 266 w 328"/>
                <a:gd name="T79" fmla="*/ 197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8" h="360">
                  <a:moveTo>
                    <a:pt x="0" y="112"/>
                  </a:moveTo>
                  <a:cubicBezTo>
                    <a:pt x="0" y="81"/>
                    <a:pt x="0" y="51"/>
                    <a:pt x="1" y="20"/>
                  </a:cubicBezTo>
                  <a:cubicBezTo>
                    <a:pt x="1" y="13"/>
                    <a:pt x="4" y="7"/>
                    <a:pt x="6" y="0"/>
                  </a:cubicBezTo>
                  <a:cubicBezTo>
                    <a:pt x="12" y="3"/>
                    <a:pt x="20" y="5"/>
                    <a:pt x="25" y="10"/>
                  </a:cubicBezTo>
                  <a:cubicBezTo>
                    <a:pt x="44" y="29"/>
                    <a:pt x="60" y="49"/>
                    <a:pt x="79" y="66"/>
                  </a:cubicBezTo>
                  <a:cubicBezTo>
                    <a:pt x="85" y="72"/>
                    <a:pt x="95" y="75"/>
                    <a:pt x="103" y="75"/>
                  </a:cubicBezTo>
                  <a:cubicBezTo>
                    <a:pt x="143" y="76"/>
                    <a:pt x="183" y="76"/>
                    <a:pt x="222" y="75"/>
                  </a:cubicBezTo>
                  <a:cubicBezTo>
                    <a:pt x="230" y="75"/>
                    <a:pt x="239" y="72"/>
                    <a:pt x="244" y="67"/>
                  </a:cubicBezTo>
                  <a:cubicBezTo>
                    <a:pt x="264" y="48"/>
                    <a:pt x="282" y="28"/>
                    <a:pt x="301" y="8"/>
                  </a:cubicBezTo>
                  <a:cubicBezTo>
                    <a:pt x="305" y="4"/>
                    <a:pt x="312" y="2"/>
                    <a:pt x="318" y="0"/>
                  </a:cubicBezTo>
                  <a:cubicBezTo>
                    <a:pt x="320" y="6"/>
                    <a:pt x="325" y="12"/>
                    <a:pt x="325" y="18"/>
                  </a:cubicBezTo>
                  <a:cubicBezTo>
                    <a:pt x="326" y="80"/>
                    <a:pt x="328" y="142"/>
                    <a:pt x="325" y="204"/>
                  </a:cubicBezTo>
                  <a:cubicBezTo>
                    <a:pt x="320" y="295"/>
                    <a:pt x="249" y="359"/>
                    <a:pt x="162" y="359"/>
                  </a:cubicBezTo>
                  <a:cubicBezTo>
                    <a:pt x="73" y="360"/>
                    <a:pt x="1" y="287"/>
                    <a:pt x="0" y="200"/>
                  </a:cubicBezTo>
                  <a:cubicBezTo>
                    <a:pt x="0" y="171"/>
                    <a:pt x="0" y="141"/>
                    <a:pt x="0" y="112"/>
                  </a:cubicBezTo>
                  <a:cubicBezTo>
                    <a:pt x="0" y="112"/>
                    <a:pt x="0" y="112"/>
                    <a:pt x="0" y="112"/>
                  </a:cubicBezTo>
                  <a:close/>
                  <a:moveTo>
                    <a:pt x="164" y="310"/>
                  </a:moveTo>
                  <a:cubicBezTo>
                    <a:pt x="178" y="324"/>
                    <a:pt x="195" y="330"/>
                    <a:pt x="213" y="319"/>
                  </a:cubicBezTo>
                  <a:cubicBezTo>
                    <a:pt x="223" y="312"/>
                    <a:pt x="233" y="304"/>
                    <a:pt x="227" y="284"/>
                  </a:cubicBezTo>
                  <a:cubicBezTo>
                    <a:pt x="214" y="298"/>
                    <a:pt x="205" y="320"/>
                    <a:pt x="183" y="309"/>
                  </a:cubicBezTo>
                  <a:cubicBezTo>
                    <a:pt x="161" y="298"/>
                    <a:pt x="172" y="276"/>
                    <a:pt x="170" y="264"/>
                  </a:cubicBezTo>
                  <a:cubicBezTo>
                    <a:pt x="179" y="254"/>
                    <a:pt x="186" y="246"/>
                    <a:pt x="192" y="238"/>
                  </a:cubicBezTo>
                  <a:cubicBezTo>
                    <a:pt x="179" y="234"/>
                    <a:pt x="167" y="229"/>
                    <a:pt x="154" y="226"/>
                  </a:cubicBezTo>
                  <a:cubicBezTo>
                    <a:pt x="150" y="225"/>
                    <a:pt x="145" y="228"/>
                    <a:pt x="141" y="230"/>
                  </a:cubicBezTo>
                  <a:cubicBezTo>
                    <a:pt x="130" y="237"/>
                    <a:pt x="129" y="247"/>
                    <a:pt x="140" y="251"/>
                  </a:cubicBezTo>
                  <a:cubicBezTo>
                    <a:pt x="158" y="257"/>
                    <a:pt x="157" y="269"/>
                    <a:pt x="156" y="282"/>
                  </a:cubicBezTo>
                  <a:cubicBezTo>
                    <a:pt x="155" y="296"/>
                    <a:pt x="151" y="308"/>
                    <a:pt x="136" y="311"/>
                  </a:cubicBezTo>
                  <a:cubicBezTo>
                    <a:pt x="122" y="315"/>
                    <a:pt x="114" y="306"/>
                    <a:pt x="108" y="295"/>
                  </a:cubicBezTo>
                  <a:cubicBezTo>
                    <a:pt x="106" y="291"/>
                    <a:pt x="100" y="290"/>
                    <a:pt x="93" y="286"/>
                  </a:cubicBezTo>
                  <a:cubicBezTo>
                    <a:pt x="103" y="327"/>
                    <a:pt x="129" y="334"/>
                    <a:pt x="164" y="310"/>
                  </a:cubicBezTo>
                  <a:close/>
                  <a:moveTo>
                    <a:pt x="100" y="198"/>
                  </a:moveTo>
                  <a:cubicBezTo>
                    <a:pt x="91" y="191"/>
                    <a:pt x="85" y="184"/>
                    <a:pt x="80" y="185"/>
                  </a:cubicBezTo>
                  <a:cubicBezTo>
                    <a:pt x="75" y="186"/>
                    <a:pt x="68" y="193"/>
                    <a:pt x="67" y="198"/>
                  </a:cubicBezTo>
                  <a:cubicBezTo>
                    <a:pt x="66" y="202"/>
                    <a:pt x="74" y="211"/>
                    <a:pt x="79" y="212"/>
                  </a:cubicBezTo>
                  <a:cubicBezTo>
                    <a:pt x="85" y="212"/>
                    <a:pt x="90" y="205"/>
                    <a:pt x="100" y="198"/>
                  </a:cubicBezTo>
                  <a:close/>
                  <a:moveTo>
                    <a:pt x="266" y="197"/>
                  </a:moveTo>
                  <a:cubicBezTo>
                    <a:pt x="256" y="191"/>
                    <a:pt x="250" y="184"/>
                    <a:pt x="245" y="185"/>
                  </a:cubicBezTo>
                  <a:cubicBezTo>
                    <a:pt x="240" y="185"/>
                    <a:pt x="236" y="193"/>
                    <a:pt x="231" y="198"/>
                  </a:cubicBezTo>
                  <a:cubicBezTo>
                    <a:pt x="236" y="203"/>
                    <a:pt x="241" y="210"/>
                    <a:pt x="247" y="211"/>
                  </a:cubicBezTo>
                  <a:cubicBezTo>
                    <a:pt x="251" y="212"/>
                    <a:pt x="257" y="204"/>
                    <a:pt x="266" y="19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xmlns="" id="{2FB18F9C-79F1-4C4E-B474-B12EA68B24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96151" y="3276600"/>
              <a:ext cx="1190625" cy="1352550"/>
            </a:xfrm>
            <a:custGeom>
              <a:avLst/>
              <a:gdLst>
                <a:gd name="T0" fmla="*/ 223 w 314"/>
                <a:gd name="T1" fmla="*/ 180 h 358"/>
                <a:gd name="T2" fmla="*/ 90 w 314"/>
                <a:gd name="T3" fmla="*/ 180 h 358"/>
                <a:gd name="T4" fmla="*/ 90 w 314"/>
                <a:gd name="T5" fmla="*/ 212 h 358"/>
                <a:gd name="T6" fmla="*/ 86 w 314"/>
                <a:gd name="T7" fmla="*/ 321 h 358"/>
                <a:gd name="T8" fmla="*/ 36 w 314"/>
                <a:gd name="T9" fmla="*/ 354 h 358"/>
                <a:gd name="T10" fmla="*/ 3 w 314"/>
                <a:gd name="T11" fmla="*/ 309 h 358"/>
                <a:gd name="T12" fmla="*/ 11 w 314"/>
                <a:gd name="T13" fmla="*/ 291 h 358"/>
                <a:gd name="T14" fmla="*/ 24 w 314"/>
                <a:gd name="T15" fmla="*/ 248 h 358"/>
                <a:gd name="T16" fmla="*/ 28 w 314"/>
                <a:gd name="T17" fmla="*/ 81 h 358"/>
                <a:gd name="T18" fmla="*/ 48 w 314"/>
                <a:gd name="T19" fmla="*/ 0 h 358"/>
                <a:gd name="T20" fmla="*/ 264 w 314"/>
                <a:gd name="T21" fmla="*/ 0 h 358"/>
                <a:gd name="T22" fmla="*/ 289 w 314"/>
                <a:gd name="T23" fmla="*/ 169 h 358"/>
                <a:gd name="T24" fmla="*/ 288 w 314"/>
                <a:gd name="T25" fmla="*/ 251 h 358"/>
                <a:gd name="T26" fmla="*/ 301 w 314"/>
                <a:gd name="T27" fmla="*/ 290 h 358"/>
                <a:gd name="T28" fmla="*/ 304 w 314"/>
                <a:gd name="T29" fmla="*/ 336 h 358"/>
                <a:gd name="T30" fmla="*/ 259 w 314"/>
                <a:gd name="T31" fmla="*/ 353 h 358"/>
                <a:gd name="T32" fmla="*/ 224 w 314"/>
                <a:gd name="T33" fmla="*/ 313 h 358"/>
                <a:gd name="T34" fmla="*/ 223 w 314"/>
                <a:gd name="T35" fmla="*/ 207 h 358"/>
                <a:gd name="T36" fmla="*/ 223 w 314"/>
                <a:gd name="T37" fmla="*/ 180 h 358"/>
                <a:gd name="T38" fmla="*/ 164 w 314"/>
                <a:gd name="T39" fmla="*/ 163 h 358"/>
                <a:gd name="T40" fmla="*/ 222 w 314"/>
                <a:gd name="T41" fmla="*/ 132 h 358"/>
                <a:gd name="T42" fmla="*/ 227 w 314"/>
                <a:gd name="T43" fmla="*/ 106 h 358"/>
                <a:gd name="T44" fmla="*/ 200 w 314"/>
                <a:gd name="T45" fmla="*/ 97 h 358"/>
                <a:gd name="T46" fmla="*/ 113 w 314"/>
                <a:gd name="T47" fmla="*/ 97 h 358"/>
                <a:gd name="T48" fmla="*/ 86 w 314"/>
                <a:gd name="T49" fmla="*/ 106 h 358"/>
                <a:gd name="T50" fmla="*/ 92 w 314"/>
                <a:gd name="T51" fmla="*/ 134 h 358"/>
                <a:gd name="T52" fmla="*/ 164 w 314"/>
                <a:gd name="T53" fmla="*/ 163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4" h="358">
                  <a:moveTo>
                    <a:pt x="223" y="180"/>
                  </a:moveTo>
                  <a:cubicBezTo>
                    <a:pt x="178" y="197"/>
                    <a:pt x="136" y="197"/>
                    <a:pt x="90" y="180"/>
                  </a:cubicBezTo>
                  <a:cubicBezTo>
                    <a:pt x="90" y="193"/>
                    <a:pt x="90" y="202"/>
                    <a:pt x="90" y="212"/>
                  </a:cubicBezTo>
                  <a:cubicBezTo>
                    <a:pt x="89" y="248"/>
                    <a:pt x="90" y="285"/>
                    <a:pt x="86" y="321"/>
                  </a:cubicBezTo>
                  <a:cubicBezTo>
                    <a:pt x="84" y="343"/>
                    <a:pt x="58" y="358"/>
                    <a:pt x="36" y="354"/>
                  </a:cubicBezTo>
                  <a:cubicBezTo>
                    <a:pt x="14" y="350"/>
                    <a:pt x="0" y="331"/>
                    <a:pt x="3" y="309"/>
                  </a:cubicBezTo>
                  <a:cubicBezTo>
                    <a:pt x="4" y="303"/>
                    <a:pt x="6" y="295"/>
                    <a:pt x="11" y="291"/>
                  </a:cubicBezTo>
                  <a:cubicBezTo>
                    <a:pt x="26" y="279"/>
                    <a:pt x="24" y="264"/>
                    <a:pt x="24" y="248"/>
                  </a:cubicBezTo>
                  <a:cubicBezTo>
                    <a:pt x="25" y="192"/>
                    <a:pt x="24" y="136"/>
                    <a:pt x="28" y="81"/>
                  </a:cubicBezTo>
                  <a:cubicBezTo>
                    <a:pt x="30" y="53"/>
                    <a:pt x="41" y="27"/>
                    <a:pt x="48" y="0"/>
                  </a:cubicBezTo>
                  <a:cubicBezTo>
                    <a:pt x="121" y="53"/>
                    <a:pt x="193" y="54"/>
                    <a:pt x="264" y="0"/>
                  </a:cubicBezTo>
                  <a:cubicBezTo>
                    <a:pt x="284" y="54"/>
                    <a:pt x="291" y="111"/>
                    <a:pt x="289" y="169"/>
                  </a:cubicBezTo>
                  <a:cubicBezTo>
                    <a:pt x="288" y="196"/>
                    <a:pt x="289" y="223"/>
                    <a:pt x="288" y="251"/>
                  </a:cubicBezTo>
                  <a:cubicBezTo>
                    <a:pt x="288" y="266"/>
                    <a:pt x="289" y="278"/>
                    <a:pt x="301" y="290"/>
                  </a:cubicBezTo>
                  <a:cubicBezTo>
                    <a:pt x="314" y="303"/>
                    <a:pt x="314" y="320"/>
                    <a:pt x="304" y="336"/>
                  </a:cubicBezTo>
                  <a:cubicBezTo>
                    <a:pt x="293" y="353"/>
                    <a:pt x="278" y="358"/>
                    <a:pt x="259" y="353"/>
                  </a:cubicBezTo>
                  <a:cubicBezTo>
                    <a:pt x="239" y="349"/>
                    <a:pt x="224" y="333"/>
                    <a:pt x="224" y="313"/>
                  </a:cubicBezTo>
                  <a:cubicBezTo>
                    <a:pt x="223" y="277"/>
                    <a:pt x="223" y="242"/>
                    <a:pt x="223" y="207"/>
                  </a:cubicBezTo>
                  <a:cubicBezTo>
                    <a:pt x="223" y="199"/>
                    <a:pt x="223" y="191"/>
                    <a:pt x="223" y="180"/>
                  </a:cubicBezTo>
                  <a:close/>
                  <a:moveTo>
                    <a:pt x="164" y="163"/>
                  </a:moveTo>
                  <a:cubicBezTo>
                    <a:pt x="182" y="162"/>
                    <a:pt x="206" y="153"/>
                    <a:pt x="222" y="132"/>
                  </a:cubicBezTo>
                  <a:cubicBezTo>
                    <a:pt x="227" y="126"/>
                    <a:pt x="231" y="111"/>
                    <a:pt x="227" y="106"/>
                  </a:cubicBezTo>
                  <a:cubicBezTo>
                    <a:pt x="222" y="100"/>
                    <a:pt x="209" y="97"/>
                    <a:pt x="200" y="97"/>
                  </a:cubicBezTo>
                  <a:cubicBezTo>
                    <a:pt x="171" y="96"/>
                    <a:pt x="142" y="96"/>
                    <a:pt x="113" y="97"/>
                  </a:cubicBezTo>
                  <a:cubicBezTo>
                    <a:pt x="104" y="97"/>
                    <a:pt x="89" y="100"/>
                    <a:pt x="86" y="106"/>
                  </a:cubicBezTo>
                  <a:cubicBezTo>
                    <a:pt x="83" y="113"/>
                    <a:pt x="86" y="127"/>
                    <a:pt x="92" y="134"/>
                  </a:cubicBezTo>
                  <a:cubicBezTo>
                    <a:pt x="108" y="153"/>
                    <a:pt x="130" y="162"/>
                    <a:pt x="164" y="1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xmlns="" id="{BB304B30-B70E-4B59-8DEC-D7E75A33887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0638" y="4057650"/>
              <a:ext cx="512763" cy="552450"/>
            </a:xfrm>
            <a:custGeom>
              <a:avLst/>
              <a:gdLst>
                <a:gd name="T0" fmla="*/ 18 w 135"/>
                <a:gd name="T1" fmla="*/ 0 h 146"/>
                <a:gd name="T2" fmla="*/ 116 w 135"/>
                <a:gd name="T3" fmla="*/ 0 h 146"/>
                <a:gd name="T4" fmla="*/ 116 w 135"/>
                <a:gd name="T5" fmla="*/ 72 h 146"/>
                <a:gd name="T6" fmla="*/ 135 w 135"/>
                <a:gd name="T7" fmla="*/ 146 h 146"/>
                <a:gd name="T8" fmla="*/ 0 w 135"/>
                <a:gd name="T9" fmla="*/ 146 h 146"/>
                <a:gd name="T10" fmla="*/ 18 w 135"/>
                <a:gd name="T11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146">
                  <a:moveTo>
                    <a:pt x="18" y="0"/>
                  </a:moveTo>
                  <a:cubicBezTo>
                    <a:pt x="50" y="0"/>
                    <a:pt x="81" y="0"/>
                    <a:pt x="116" y="0"/>
                  </a:cubicBezTo>
                  <a:cubicBezTo>
                    <a:pt x="116" y="22"/>
                    <a:pt x="115" y="47"/>
                    <a:pt x="116" y="72"/>
                  </a:cubicBezTo>
                  <a:cubicBezTo>
                    <a:pt x="116" y="97"/>
                    <a:pt x="112" y="123"/>
                    <a:pt x="135" y="146"/>
                  </a:cubicBezTo>
                  <a:cubicBezTo>
                    <a:pt x="88" y="146"/>
                    <a:pt x="45" y="146"/>
                    <a:pt x="0" y="146"/>
                  </a:cubicBezTo>
                  <a:cubicBezTo>
                    <a:pt x="32" y="100"/>
                    <a:pt x="8" y="47"/>
                    <a:pt x="1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xmlns="" id="{5B54ABFF-84FE-4370-BE0B-431DC339D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9788" y="3925888"/>
              <a:ext cx="125413" cy="309563"/>
            </a:xfrm>
            <a:custGeom>
              <a:avLst/>
              <a:gdLst>
                <a:gd name="T0" fmla="*/ 0 w 33"/>
                <a:gd name="T1" fmla="*/ 82 h 82"/>
                <a:gd name="T2" fmla="*/ 0 w 33"/>
                <a:gd name="T3" fmla="*/ 3 h 82"/>
                <a:gd name="T4" fmla="*/ 6 w 33"/>
                <a:gd name="T5" fmla="*/ 0 h 82"/>
                <a:gd name="T6" fmla="*/ 28 w 33"/>
                <a:gd name="T7" fmla="*/ 28 h 82"/>
                <a:gd name="T8" fmla="*/ 0 w 33"/>
                <a:gd name="T9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82">
                  <a:moveTo>
                    <a:pt x="0" y="82"/>
                  </a:moveTo>
                  <a:cubicBezTo>
                    <a:pt x="0" y="55"/>
                    <a:pt x="0" y="29"/>
                    <a:pt x="0" y="3"/>
                  </a:cubicBezTo>
                  <a:cubicBezTo>
                    <a:pt x="2" y="2"/>
                    <a:pt x="4" y="1"/>
                    <a:pt x="6" y="0"/>
                  </a:cubicBezTo>
                  <a:cubicBezTo>
                    <a:pt x="13" y="9"/>
                    <a:pt x="23" y="17"/>
                    <a:pt x="28" y="28"/>
                  </a:cubicBezTo>
                  <a:cubicBezTo>
                    <a:pt x="33" y="41"/>
                    <a:pt x="20" y="64"/>
                    <a:pt x="0" y="8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xmlns="" id="{2F83786B-4D2A-40D1-B9C1-92F70C9C6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0738" y="3930650"/>
              <a:ext cx="147638" cy="309563"/>
            </a:xfrm>
            <a:custGeom>
              <a:avLst/>
              <a:gdLst>
                <a:gd name="T0" fmla="*/ 39 w 39"/>
                <a:gd name="T1" fmla="*/ 82 h 82"/>
                <a:gd name="T2" fmla="*/ 39 w 39"/>
                <a:gd name="T3" fmla="*/ 0 h 82"/>
                <a:gd name="T4" fmla="*/ 39 w 39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82">
                  <a:moveTo>
                    <a:pt x="39" y="82"/>
                  </a:moveTo>
                  <a:cubicBezTo>
                    <a:pt x="0" y="43"/>
                    <a:pt x="3" y="13"/>
                    <a:pt x="39" y="0"/>
                  </a:cubicBezTo>
                  <a:cubicBezTo>
                    <a:pt x="39" y="27"/>
                    <a:pt x="39" y="54"/>
                    <a:pt x="39" y="8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xmlns="" id="{5BCE9237-3E50-4BC6-BE74-9CC98156F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9788" y="4421188"/>
              <a:ext cx="71438" cy="161925"/>
            </a:xfrm>
            <a:custGeom>
              <a:avLst/>
              <a:gdLst>
                <a:gd name="T0" fmla="*/ 19 w 19"/>
                <a:gd name="T1" fmla="*/ 43 h 43"/>
                <a:gd name="T2" fmla="*/ 12 w 19"/>
                <a:gd name="T3" fmla="*/ 0 h 43"/>
                <a:gd name="T4" fmla="*/ 19 w 19"/>
                <a:gd name="T5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43">
                  <a:moveTo>
                    <a:pt x="19" y="43"/>
                  </a:moveTo>
                  <a:cubicBezTo>
                    <a:pt x="1" y="21"/>
                    <a:pt x="0" y="14"/>
                    <a:pt x="12" y="0"/>
                  </a:cubicBezTo>
                  <a:cubicBezTo>
                    <a:pt x="14" y="13"/>
                    <a:pt x="16" y="26"/>
                    <a:pt x="19" y="4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5" name="4 Rectángulo"/>
          <p:cNvSpPr/>
          <p:nvPr/>
        </p:nvSpPr>
        <p:spPr>
          <a:xfrm>
            <a:off x="539902" y="2307950"/>
            <a:ext cx="42033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BO" dirty="0"/>
              <a:t>https://github.com/Josefer98/sis257_Veterinaria.git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14" y="2754313"/>
            <a:ext cx="7210425" cy="1409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2"/>
          <p:cNvSpPr txBox="1">
            <a:spLocks noGrp="1"/>
          </p:cNvSpPr>
          <p:nvPr>
            <p:ph type="title"/>
          </p:nvPr>
        </p:nvSpPr>
        <p:spPr>
          <a:xfrm>
            <a:off x="1744500" y="445940"/>
            <a:ext cx="53502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Datos de Acceso </a:t>
            </a:r>
            <a:endParaRPr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xmlns="" id="{89A48A54-FAF7-4C9D-B306-E13BD8C023BC}"/>
              </a:ext>
            </a:extLst>
          </p:cNvPr>
          <p:cNvGrpSpPr/>
          <p:nvPr/>
        </p:nvGrpSpPr>
        <p:grpSpPr>
          <a:xfrm>
            <a:off x="7655615" y="0"/>
            <a:ext cx="1488385" cy="1423781"/>
            <a:chOff x="7655615" y="0"/>
            <a:chExt cx="1488385" cy="1423781"/>
          </a:xfrm>
        </p:grpSpPr>
        <p:sp>
          <p:nvSpPr>
            <p:cNvPr id="17" name="Rectangle 69">
              <a:extLst>
                <a:ext uri="{FF2B5EF4-FFF2-40B4-BE49-F238E27FC236}">
                  <a16:creationId xmlns:a16="http://schemas.microsoft.com/office/drawing/2014/main" xmlns="" id="{3489EB67-429D-475A-8EA4-45BE20A44EF9}"/>
                </a:ext>
              </a:extLst>
            </p:cNvPr>
            <p:cNvSpPr/>
            <p:nvPr/>
          </p:nvSpPr>
          <p:spPr>
            <a:xfrm>
              <a:off x="8743950" y="0"/>
              <a:ext cx="400050" cy="14237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8" name="Rectangle 70">
              <a:extLst>
                <a:ext uri="{FF2B5EF4-FFF2-40B4-BE49-F238E27FC236}">
                  <a16:creationId xmlns:a16="http://schemas.microsoft.com/office/drawing/2014/main" xmlns="" id="{A732450E-A1B9-4E1C-959C-93CE462F9103}"/>
                </a:ext>
              </a:extLst>
            </p:cNvPr>
            <p:cNvSpPr/>
            <p:nvPr/>
          </p:nvSpPr>
          <p:spPr>
            <a:xfrm>
              <a:off x="7655615" y="0"/>
              <a:ext cx="1488384" cy="3321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xmlns="" id="{5A32319C-8079-4279-8FA8-D7BB6702E9FC}"/>
              </a:ext>
            </a:extLst>
          </p:cNvPr>
          <p:cNvGrpSpPr/>
          <p:nvPr/>
        </p:nvGrpSpPr>
        <p:grpSpPr>
          <a:xfrm flipH="1">
            <a:off x="21192" y="0"/>
            <a:ext cx="1519345" cy="1453397"/>
            <a:chOff x="7655615" y="0"/>
            <a:chExt cx="1488385" cy="1423781"/>
          </a:xfrm>
        </p:grpSpPr>
        <p:sp>
          <p:nvSpPr>
            <p:cNvPr id="20" name="Rectangle 69">
              <a:extLst>
                <a:ext uri="{FF2B5EF4-FFF2-40B4-BE49-F238E27FC236}">
                  <a16:creationId xmlns:a16="http://schemas.microsoft.com/office/drawing/2014/main" xmlns="" id="{FD43A093-75A8-446A-A350-650704FAAEC6}"/>
                </a:ext>
              </a:extLst>
            </p:cNvPr>
            <p:cNvSpPr/>
            <p:nvPr/>
          </p:nvSpPr>
          <p:spPr>
            <a:xfrm>
              <a:off x="8743950" y="0"/>
              <a:ext cx="400050" cy="14237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1" name="Rectangle 70">
              <a:extLst>
                <a:ext uri="{FF2B5EF4-FFF2-40B4-BE49-F238E27FC236}">
                  <a16:creationId xmlns:a16="http://schemas.microsoft.com/office/drawing/2014/main" xmlns="" id="{D48D08B9-D0C6-43B0-8522-5F852F0E89C7}"/>
                </a:ext>
              </a:extLst>
            </p:cNvPr>
            <p:cNvSpPr/>
            <p:nvPr/>
          </p:nvSpPr>
          <p:spPr>
            <a:xfrm>
              <a:off x="7655615" y="0"/>
              <a:ext cx="1488384" cy="3321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23" name="Google Shape;472;p38"/>
          <p:cNvSpPr txBox="1">
            <a:spLocks noGrp="1"/>
          </p:cNvSpPr>
          <p:nvPr>
            <p:ph type="subTitle" idx="4294967295"/>
          </p:nvPr>
        </p:nvSpPr>
        <p:spPr>
          <a:xfrm>
            <a:off x="663234" y="907847"/>
            <a:ext cx="7271726" cy="4434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b="1" dirty="0" smtClean="0">
                <a:solidFill>
                  <a:schemeClr val="tx2">
                    <a:lumMod val="50000"/>
                  </a:schemeClr>
                </a:solidFill>
              </a:rPr>
              <a:t>1.- Registrar con </a:t>
            </a:r>
            <a:r>
              <a:rPr lang="es-MX" b="1" dirty="0" err="1" smtClean="0">
                <a:solidFill>
                  <a:schemeClr val="tx2">
                    <a:lumMod val="50000"/>
                  </a:schemeClr>
                </a:solidFill>
              </a:rPr>
              <a:t>swagger</a:t>
            </a:r>
            <a:r>
              <a:rPr lang="es-MX" b="1" dirty="0" smtClean="0">
                <a:solidFill>
                  <a:schemeClr val="tx2">
                    <a:lumMod val="50000"/>
                  </a:schemeClr>
                </a:solidFill>
              </a:rPr>
              <a:t> un usuario </a:t>
            </a:r>
            <a:endParaRPr b="1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65" y="1260357"/>
            <a:ext cx="7334175" cy="1678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2" y="3445362"/>
            <a:ext cx="9044796" cy="904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2"/>
          <p:cNvSpPr txBox="1">
            <a:spLocks noGrp="1"/>
          </p:cNvSpPr>
          <p:nvPr>
            <p:ph type="title"/>
          </p:nvPr>
        </p:nvSpPr>
        <p:spPr>
          <a:xfrm>
            <a:off x="1744500" y="445940"/>
            <a:ext cx="53502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Datos de Acceso </a:t>
            </a:r>
            <a:endParaRPr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xmlns="" id="{89A48A54-FAF7-4C9D-B306-E13BD8C023BC}"/>
              </a:ext>
            </a:extLst>
          </p:cNvPr>
          <p:cNvGrpSpPr/>
          <p:nvPr/>
        </p:nvGrpSpPr>
        <p:grpSpPr>
          <a:xfrm>
            <a:off x="7655615" y="0"/>
            <a:ext cx="1488385" cy="1423781"/>
            <a:chOff x="7655615" y="0"/>
            <a:chExt cx="1488385" cy="1423781"/>
          </a:xfrm>
        </p:grpSpPr>
        <p:sp>
          <p:nvSpPr>
            <p:cNvPr id="17" name="Rectangle 69">
              <a:extLst>
                <a:ext uri="{FF2B5EF4-FFF2-40B4-BE49-F238E27FC236}">
                  <a16:creationId xmlns:a16="http://schemas.microsoft.com/office/drawing/2014/main" xmlns="" id="{3489EB67-429D-475A-8EA4-45BE20A44EF9}"/>
                </a:ext>
              </a:extLst>
            </p:cNvPr>
            <p:cNvSpPr/>
            <p:nvPr/>
          </p:nvSpPr>
          <p:spPr>
            <a:xfrm>
              <a:off x="8743950" y="0"/>
              <a:ext cx="400050" cy="14237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8" name="Rectangle 70">
              <a:extLst>
                <a:ext uri="{FF2B5EF4-FFF2-40B4-BE49-F238E27FC236}">
                  <a16:creationId xmlns:a16="http://schemas.microsoft.com/office/drawing/2014/main" xmlns="" id="{A732450E-A1B9-4E1C-959C-93CE462F9103}"/>
                </a:ext>
              </a:extLst>
            </p:cNvPr>
            <p:cNvSpPr/>
            <p:nvPr/>
          </p:nvSpPr>
          <p:spPr>
            <a:xfrm>
              <a:off x="7655615" y="0"/>
              <a:ext cx="1488384" cy="3321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xmlns="" id="{5A32319C-8079-4279-8FA8-D7BB6702E9FC}"/>
              </a:ext>
            </a:extLst>
          </p:cNvPr>
          <p:cNvGrpSpPr/>
          <p:nvPr/>
        </p:nvGrpSpPr>
        <p:grpSpPr>
          <a:xfrm flipH="1">
            <a:off x="21192" y="0"/>
            <a:ext cx="1519345" cy="1453397"/>
            <a:chOff x="7655615" y="0"/>
            <a:chExt cx="1488385" cy="1423781"/>
          </a:xfrm>
        </p:grpSpPr>
        <p:sp>
          <p:nvSpPr>
            <p:cNvPr id="20" name="Rectangle 69">
              <a:extLst>
                <a:ext uri="{FF2B5EF4-FFF2-40B4-BE49-F238E27FC236}">
                  <a16:creationId xmlns:a16="http://schemas.microsoft.com/office/drawing/2014/main" xmlns="" id="{FD43A093-75A8-446A-A350-650704FAAEC6}"/>
                </a:ext>
              </a:extLst>
            </p:cNvPr>
            <p:cNvSpPr/>
            <p:nvPr/>
          </p:nvSpPr>
          <p:spPr>
            <a:xfrm>
              <a:off x="8743950" y="0"/>
              <a:ext cx="400050" cy="14237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1" name="Rectangle 70">
              <a:extLst>
                <a:ext uri="{FF2B5EF4-FFF2-40B4-BE49-F238E27FC236}">
                  <a16:creationId xmlns:a16="http://schemas.microsoft.com/office/drawing/2014/main" xmlns="" id="{D48D08B9-D0C6-43B0-8522-5F852F0E89C7}"/>
                </a:ext>
              </a:extLst>
            </p:cNvPr>
            <p:cNvSpPr/>
            <p:nvPr/>
          </p:nvSpPr>
          <p:spPr>
            <a:xfrm>
              <a:off x="7655615" y="0"/>
              <a:ext cx="1488384" cy="3321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24" name="Google Shape;472;p38"/>
          <p:cNvSpPr txBox="1">
            <a:spLocks noGrp="1"/>
          </p:cNvSpPr>
          <p:nvPr>
            <p:ph type="subTitle" idx="4294967295"/>
          </p:nvPr>
        </p:nvSpPr>
        <p:spPr>
          <a:xfrm>
            <a:off x="876594" y="897687"/>
            <a:ext cx="7271726" cy="4434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b="1" dirty="0">
                <a:solidFill>
                  <a:schemeClr val="tx2">
                    <a:lumMod val="50000"/>
                  </a:schemeClr>
                </a:solidFill>
              </a:rPr>
              <a:t>2</a:t>
            </a:r>
            <a:r>
              <a:rPr lang="es-MX" b="1" dirty="0" smtClean="0">
                <a:solidFill>
                  <a:schemeClr val="tx2">
                    <a:lumMod val="50000"/>
                  </a:schemeClr>
                </a:solidFill>
              </a:rPr>
              <a:t>.- La contraseña siempre será por defecto : 123456 </a:t>
            </a:r>
            <a:endParaRPr b="1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33" y="2503636"/>
            <a:ext cx="4179740" cy="688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825" y="1423781"/>
            <a:ext cx="2560982" cy="3143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1782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Elipse 37">
            <a:extLst>
              <a:ext uri="{FF2B5EF4-FFF2-40B4-BE49-F238E27FC236}">
                <a16:creationId xmlns:a16="http://schemas.microsoft.com/office/drawing/2014/main" xmlns="" id="{65D1AE96-F523-4AF6-8561-5D9F54701810}"/>
              </a:ext>
            </a:extLst>
          </p:cNvPr>
          <p:cNvSpPr/>
          <p:nvPr/>
        </p:nvSpPr>
        <p:spPr>
          <a:xfrm>
            <a:off x="2673624" y="4307686"/>
            <a:ext cx="3582177" cy="398684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38" name="Google Shape;638;p43"/>
          <p:cNvSpPr txBox="1">
            <a:spLocks noGrp="1"/>
          </p:cNvSpPr>
          <p:nvPr>
            <p:ph type="title"/>
          </p:nvPr>
        </p:nvSpPr>
        <p:spPr>
          <a:xfrm>
            <a:off x="737958" y="33214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Demostracion Y captuaras de Pantalla</a:t>
            </a:r>
            <a:endParaRPr dirty="0"/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xmlns="" id="{9AB00272-CFCB-4C46-B060-462D882783B1}"/>
              </a:ext>
            </a:extLst>
          </p:cNvPr>
          <p:cNvGrpSpPr/>
          <p:nvPr/>
        </p:nvGrpSpPr>
        <p:grpSpPr>
          <a:xfrm>
            <a:off x="7655615" y="0"/>
            <a:ext cx="1488385" cy="1423781"/>
            <a:chOff x="7655615" y="0"/>
            <a:chExt cx="1488385" cy="1423781"/>
          </a:xfrm>
        </p:grpSpPr>
        <p:sp>
          <p:nvSpPr>
            <p:cNvPr id="53" name="Rectangle 69">
              <a:extLst>
                <a:ext uri="{FF2B5EF4-FFF2-40B4-BE49-F238E27FC236}">
                  <a16:creationId xmlns:a16="http://schemas.microsoft.com/office/drawing/2014/main" xmlns="" id="{77AA52D6-1C38-4E7E-8CC2-E18F3928BE20}"/>
                </a:ext>
              </a:extLst>
            </p:cNvPr>
            <p:cNvSpPr/>
            <p:nvPr/>
          </p:nvSpPr>
          <p:spPr>
            <a:xfrm>
              <a:off x="8743950" y="0"/>
              <a:ext cx="400050" cy="14237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54" name="Rectangle 70">
              <a:extLst>
                <a:ext uri="{FF2B5EF4-FFF2-40B4-BE49-F238E27FC236}">
                  <a16:creationId xmlns:a16="http://schemas.microsoft.com/office/drawing/2014/main" xmlns="" id="{F1A2FCDE-029B-48EB-B4D5-933154F80F0A}"/>
                </a:ext>
              </a:extLst>
            </p:cNvPr>
            <p:cNvSpPr/>
            <p:nvPr/>
          </p:nvSpPr>
          <p:spPr>
            <a:xfrm>
              <a:off x="7655615" y="0"/>
              <a:ext cx="1488384" cy="3321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xmlns="" id="{29248E48-53EA-4C82-B1FA-827F11D5BD07}"/>
              </a:ext>
            </a:extLst>
          </p:cNvPr>
          <p:cNvGrpSpPr/>
          <p:nvPr/>
        </p:nvGrpSpPr>
        <p:grpSpPr>
          <a:xfrm flipH="1">
            <a:off x="21192" y="0"/>
            <a:ext cx="1519345" cy="1453397"/>
            <a:chOff x="7655615" y="0"/>
            <a:chExt cx="1488385" cy="1423781"/>
          </a:xfrm>
        </p:grpSpPr>
        <p:sp>
          <p:nvSpPr>
            <p:cNvPr id="56" name="Rectangle 69">
              <a:extLst>
                <a:ext uri="{FF2B5EF4-FFF2-40B4-BE49-F238E27FC236}">
                  <a16:creationId xmlns:a16="http://schemas.microsoft.com/office/drawing/2014/main" xmlns="" id="{D774A5DA-205E-4528-838F-3A0FA44CAB75}"/>
                </a:ext>
              </a:extLst>
            </p:cNvPr>
            <p:cNvSpPr/>
            <p:nvPr/>
          </p:nvSpPr>
          <p:spPr>
            <a:xfrm>
              <a:off x="8743950" y="0"/>
              <a:ext cx="400050" cy="14237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57" name="Rectangle 70">
              <a:extLst>
                <a:ext uri="{FF2B5EF4-FFF2-40B4-BE49-F238E27FC236}">
                  <a16:creationId xmlns:a16="http://schemas.microsoft.com/office/drawing/2014/main" xmlns="" id="{253D230C-7BC3-40ED-9FBF-74E168441DE3}"/>
                </a:ext>
              </a:extLst>
            </p:cNvPr>
            <p:cNvSpPr/>
            <p:nvPr/>
          </p:nvSpPr>
          <p:spPr>
            <a:xfrm>
              <a:off x="7655615" y="0"/>
              <a:ext cx="1488384" cy="3321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xmlns="" id="{43026EB5-62AC-4A1F-BAB4-F7EBB948D0E4}"/>
              </a:ext>
            </a:extLst>
          </p:cNvPr>
          <p:cNvGrpSpPr/>
          <p:nvPr/>
        </p:nvGrpSpPr>
        <p:grpSpPr>
          <a:xfrm>
            <a:off x="2998810" y="1493451"/>
            <a:ext cx="2973309" cy="2975197"/>
            <a:chOff x="981076" y="2008188"/>
            <a:chExt cx="2501899" cy="250348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1353856D-7943-433A-AF02-8579E19B2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076" y="2008188"/>
              <a:ext cx="2501899" cy="2503488"/>
            </a:xfrm>
            <a:custGeom>
              <a:avLst/>
              <a:gdLst>
                <a:gd name="T0" fmla="*/ 408 w 4712"/>
                <a:gd name="T1" fmla="*/ 809 h 4713"/>
                <a:gd name="T2" fmla="*/ 1147 w 4712"/>
                <a:gd name="T3" fmla="*/ 3 h 4713"/>
                <a:gd name="T4" fmla="*/ 2696 w 4712"/>
                <a:gd name="T5" fmla="*/ 318 h 4713"/>
                <a:gd name="T6" fmla="*/ 2647 w 4712"/>
                <a:gd name="T7" fmla="*/ 508 h 4713"/>
                <a:gd name="T8" fmla="*/ 2575 w 4712"/>
                <a:gd name="T9" fmla="*/ 1116 h 4713"/>
                <a:gd name="T10" fmla="*/ 2565 w 4712"/>
                <a:gd name="T11" fmla="*/ 1509 h 4713"/>
                <a:gd name="T12" fmla="*/ 2888 w 4712"/>
                <a:gd name="T13" fmla="*/ 1964 h 4713"/>
                <a:gd name="T14" fmla="*/ 2544 w 4712"/>
                <a:gd name="T15" fmla="*/ 2407 h 4713"/>
                <a:gd name="T16" fmla="*/ 2068 w 4712"/>
                <a:gd name="T17" fmla="*/ 3060 h 4713"/>
                <a:gd name="T18" fmla="*/ 3117 w 4712"/>
                <a:gd name="T19" fmla="*/ 3992 h 4713"/>
                <a:gd name="T20" fmla="*/ 3119 w 4712"/>
                <a:gd name="T21" fmla="*/ 3814 h 4713"/>
                <a:gd name="T22" fmla="*/ 2979 w 4712"/>
                <a:gd name="T23" fmla="*/ 2905 h 4713"/>
                <a:gd name="T24" fmla="*/ 3027 w 4712"/>
                <a:gd name="T25" fmla="*/ 2681 h 4713"/>
                <a:gd name="T26" fmla="*/ 3065 w 4712"/>
                <a:gd name="T27" fmla="*/ 2119 h 4713"/>
                <a:gd name="T28" fmla="*/ 3576 w 4712"/>
                <a:gd name="T29" fmla="*/ 2240 h 4713"/>
                <a:gd name="T30" fmla="*/ 3991 w 4712"/>
                <a:gd name="T31" fmla="*/ 2272 h 4713"/>
                <a:gd name="T32" fmla="*/ 4169 w 4712"/>
                <a:gd name="T33" fmla="*/ 2119 h 4713"/>
                <a:gd name="T34" fmla="*/ 4663 w 4712"/>
                <a:gd name="T35" fmla="*/ 2233 h 4713"/>
                <a:gd name="T36" fmla="*/ 4604 w 4712"/>
                <a:gd name="T37" fmla="*/ 2798 h 4713"/>
                <a:gd name="T38" fmla="*/ 4637 w 4712"/>
                <a:gd name="T39" fmla="*/ 3473 h 4713"/>
                <a:gd name="T40" fmla="*/ 4432 w 4712"/>
                <a:gd name="T41" fmla="*/ 3918 h 4713"/>
                <a:gd name="T42" fmla="*/ 4571 w 4712"/>
                <a:gd name="T43" fmla="*/ 4713 h 4713"/>
                <a:gd name="T44" fmla="*/ 4257 w 4712"/>
                <a:gd name="T45" fmla="*/ 4643 h 4713"/>
                <a:gd name="T46" fmla="*/ 4493 w 4712"/>
                <a:gd name="T47" fmla="*/ 4562 h 4713"/>
                <a:gd name="T48" fmla="*/ 4315 w 4712"/>
                <a:gd name="T49" fmla="*/ 4013 h 4713"/>
                <a:gd name="T50" fmla="*/ 3962 w 4712"/>
                <a:gd name="T51" fmla="*/ 4046 h 4713"/>
                <a:gd name="T52" fmla="*/ 3349 w 4712"/>
                <a:gd name="T53" fmla="*/ 3995 h 4713"/>
                <a:gd name="T54" fmla="*/ 3177 w 4712"/>
                <a:gd name="T55" fmla="*/ 4185 h 4713"/>
                <a:gd name="T56" fmla="*/ 3119 w 4712"/>
                <a:gd name="T57" fmla="*/ 4562 h 4713"/>
                <a:gd name="T58" fmla="*/ 4038 w 4712"/>
                <a:gd name="T59" fmla="*/ 4561 h 4713"/>
                <a:gd name="T60" fmla="*/ 4093 w 4712"/>
                <a:gd name="T61" fmla="*/ 4713 h 4713"/>
                <a:gd name="T62" fmla="*/ 2845 w 4712"/>
                <a:gd name="T63" fmla="*/ 4708 h 4713"/>
                <a:gd name="T64" fmla="*/ 661 w 4712"/>
                <a:gd name="T65" fmla="*/ 4656 h 4713"/>
                <a:gd name="T66" fmla="*/ 798 w 4712"/>
                <a:gd name="T67" fmla="*/ 4553 h 4713"/>
                <a:gd name="T68" fmla="*/ 1505 w 4712"/>
                <a:gd name="T69" fmla="*/ 4481 h 4713"/>
                <a:gd name="T70" fmla="*/ 1224 w 4712"/>
                <a:gd name="T71" fmla="*/ 3246 h 4713"/>
                <a:gd name="T72" fmla="*/ 947 w 4712"/>
                <a:gd name="T73" fmla="*/ 3262 h 4713"/>
                <a:gd name="T74" fmla="*/ 905 w 4712"/>
                <a:gd name="T75" fmla="*/ 3788 h 4713"/>
                <a:gd name="T76" fmla="*/ 951 w 4712"/>
                <a:gd name="T77" fmla="*/ 3828 h 4713"/>
                <a:gd name="T78" fmla="*/ 842 w 4712"/>
                <a:gd name="T79" fmla="*/ 4393 h 4713"/>
                <a:gd name="T80" fmla="*/ 598 w 4712"/>
                <a:gd name="T81" fmla="*/ 3909 h 4713"/>
                <a:gd name="T82" fmla="*/ 741 w 4712"/>
                <a:gd name="T83" fmla="*/ 3759 h 4713"/>
                <a:gd name="T84" fmla="*/ 740 w 4712"/>
                <a:gd name="T85" fmla="*/ 3355 h 4713"/>
                <a:gd name="T86" fmla="*/ 173 w 4712"/>
                <a:gd name="T87" fmla="*/ 4189 h 4713"/>
                <a:gd name="T88" fmla="*/ 360 w 4712"/>
                <a:gd name="T89" fmla="*/ 4555 h 4713"/>
                <a:gd name="T90" fmla="*/ 541 w 4712"/>
                <a:gd name="T91" fmla="*/ 4638 h 4713"/>
                <a:gd name="T92" fmla="*/ 310 w 4712"/>
                <a:gd name="T93" fmla="*/ 4705 h 4713"/>
                <a:gd name="T94" fmla="*/ 1104 w 4712"/>
                <a:gd name="T95" fmla="*/ 3062 h 4713"/>
                <a:gd name="T96" fmla="*/ 625 w 4712"/>
                <a:gd name="T97" fmla="*/ 2397 h 4713"/>
                <a:gd name="T98" fmla="*/ 281 w 4712"/>
                <a:gd name="T99" fmla="*/ 1954 h 4713"/>
                <a:gd name="T100" fmla="*/ 606 w 4712"/>
                <a:gd name="T101" fmla="*/ 1509 h 4713"/>
                <a:gd name="T102" fmla="*/ 409 w 4712"/>
                <a:gd name="T103" fmla="*/ 1295 h 4713"/>
                <a:gd name="T104" fmla="*/ 467 w 4712"/>
                <a:gd name="T105" fmla="*/ 1023 h 4713"/>
                <a:gd name="T106" fmla="*/ 564 w 4712"/>
                <a:gd name="T107" fmla="*/ 1256 h 4713"/>
                <a:gd name="T108" fmla="*/ 984 w 4712"/>
                <a:gd name="T109" fmla="*/ 1130 h 4713"/>
                <a:gd name="T110" fmla="*/ 1180 w 4712"/>
                <a:gd name="T111" fmla="*/ 1285 h 4713"/>
                <a:gd name="T112" fmla="*/ 1191 w 4712"/>
                <a:gd name="T113" fmla="*/ 1411 h 4713"/>
                <a:gd name="T114" fmla="*/ 2022 w 4712"/>
                <a:gd name="T115" fmla="*/ 1286 h 4713"/>
                <a:gd name="T116" fmla="*/ 2600 w 4712"/>
                <a:gd name="T117" fmla="*/ 718 h 4713"/>
                <a:gd name="T118" fmla="*/ 2476 w 4712"/>
                <a:gd name="T119" fmla="*/ 453 h 4713"/>
                <a:gd name="T120" fmla="*/ 2438 w 4712"/>
                <a:gd name="T121" fmla="*/ 155 h 4713"/>
                <a:gd name="T122" fmla="*/ 847 w 4712"/>
                <a:gd name="T123" fmla="*/ 248 h 4713"/>
                <a:gd name="T124" fmla="*/ 562 w 4712"/>
                <a:gd name="T125" fmla="*/ 804 h 4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12" h="4713">
                  <a:moveTo>
                    <a:pt x="476" y="887"/>
                  </a:moveTo>
                  <a:cubicBezTo>
                    <a:pt x="434" y="878"/>
                    <a:pt x="408" y="853"/>
                    <a:pt x="408" y="809"/>
                  </a:cubicBezTo>
                  <a:cubicBezTo>
                    <a:pt x="409" y="493"/>
                    <a:pt x="576" y="176"/>
                    <a:pt x="900" y="49"/>
                  </a:cubicBezTo>
                  <a:cubicBezTo>
                    <a:pt x="979" y="18"/>
                    <a:pt x="1061" y="3"/>
                    <a:pt x="1147" y="3"/>
                  </a:cubicBezTo>
                  <a:cubicBezTo>
                    <a:pt x="1585" y="4"/>
                    <a:pt x="2023" y="7"/>
                    <a:pt x="2462" y="1"/>
                  </a:cubicBezTo>
                  <a:cubicBezTo>
                    <a:pt x="2596" y="0"/>
                    <a:pt x="2746" y="130"/>
                    <a:pt x="2696" y="318"/>
                  </a:cubicBezTo>
                  <a:cubicBezTo>
                    <a:pt x="2682" y="372"/>
                    <a:pt x="2655" y="420"/>
                    <a:pt x="2634" y="470"/>
                  </a:cubicBezTo>
                  <a:cubicBezTo>
                    <a:pt x="2625" y="490"/>
                    <a:pt x="2629" y="498"/>
                    <a:pt x="2647" y="508"/>
                  </a:cubicBezTo>
                  <a:cubicBezTo>
                    <a:pt x="2751" y="566"/>
                    <a:pt x="2788" y="667"/>
                    <a:pt x="2743" y="777"/>
                  </a:cubicBezTo>
                  <a:cubicBezTo>
                    <a:pt x="2694" y="894"/>
                    <a:pt x="2651" y="1013"/>
                    <a:pt x="2575" y="1116"/>
                  </a:cubicBezTo>
                  <a:cubicBezTo>
                    <a:pt x="2566" y="1128"/>
                    <a:pt x="2565" y="1141"/>
                    <a:pt x="2565" y="1155"/>
                  </a:cubicBezTo>
                  <a:cubicBezTo>
                    <a:pt x="2565" y="1273"/>
                    <a:pt x="2566" y="1391"/>
                    <a:pt x="2565" y="1509"/>
                  </a:cubicBezTo>
                  <a:cubicBezTo>
                    <a:pt x="2564" y="1536"/>
                    <a:pt x="2574" y="1544"/>
                    <a:pt x="2598" y="1552"/>
                  </a:cubicBezTo>
                  <a:cubicBezTo>
                    <a:pt x="2778" y="1612"/>
                    <a:pt x="2892" y="1776"/>
                    <a:pt x="2888" y="1964"/>
                  </a:cubicBezTo>
                  <a:cubicBezTo>
                    <a:pt x="2885" y="2147"/>
                    <a:pt x="2765" y="2304"/>
                    <a:pt x="2586" y="2357"/>
                  </a:cubicBezTo>
                  <a:cubicBezTo>
                    <a:pt x="2557" y="2366"/>
                    <a:pt x="2550" y="2380"/>
                    <a:pt x="2544" y="2407"/>
                  </a:cubicBezTo>
                  <a:cubicBezTo>
                    <a:pt x="2483" y="2676"/>
                    <a:pt x="2337" y="2887"/>
                    <a:pt x="2105" y="3037"/>
                  </a:cubicBezTo>
                  <a:cubicBezTo>
                    <a:pt x="2094" y="3044"/>
                    <a:pt x="2083" y="3051"/>
                    <a:pt x="2068" y="3060"/>
                  </a:cubicBezTo>
                  <a:cubicBezTo>
                    <a:pt x="2595" y="3175"/>
                    <a:pt x="2941" y="3488"/>
                    <a:pt x="3113" y="3994"/>
                  </a:cubicBezTo>
                  <a:cubicBezTo>
                    <a:pt x="3114" y="3993"/>
                    <a:pt x="3116" y="3993"/>
                    <a:pt x="3117" y="3992"/>
                  </a:cubicBezTo>
                  <a:cubicBezTo>
                    <a:pt x="3142" y="3961"/>
                    <a:pt x="3181" y="3933"/>
                    <a:pt x="3188" y="3898"/>
                  </a:cubicBezTo>
                  <a:cubicBezTo>
                    <a:pt x="3196" y="3861"/>
                    <a:pt x="3143" y="3843"/>
                    <a:pt x="3119" y="3814"/>
                  </a:cubicBezTo>
                  <a:cubicBezTo>
                    <a:pt x="3027" y="3699"/>
                    <a:pt x="2971" y="3572"/>
                    <a:pt x="2969" y="3424"/>
                  </a:cubicBezTo>
                  <a:cubicBezTo>
                    <a:pt x="2968" y="3251"/>
                    <a:pt x="2958" y="3078"/>
                    <a:pt x="2979" y="2905"/>
                  </a:cubicBezTo>
                  <a:cubicBezTo>
                    <a:pt x="2987" y="2844"/>
                    <a:pt x="3005" y="2786"/>
                    <a:pt x="3031" y="2730"/>
                  </a:cubicBezTo>
                  <a:cubicBezTo>
                    <a:pt x="3039" y="2712"/>
                    <a:pt x="3038" y="2698"/>
                    <a:pt x="3027" y="2681"/>
                  </a:cubicBezTo>
                  <a:cubicBezTo>
                    <a:pt x="2938" y="2538"/>
                    <a:pt x="2931" y="2380"/>
                    <a:pt x="2945" y="2220"/>
                  </a:cubicBezTo>
                  <a:cubicBezTo>
                    <a:pt x="2951" y="2154"/>
                    <a:pt x="2998" y="2119"/>
                    <a:pt x="3065" y="2119"/>
                  </a:cubicBezTo>
                  <a:cubicBezTo>
                    <a:pt x="3193" y="2119"/>
                    <a:pt x="3320" y="2119"/>
                    <a:pt x="3447" y="2119"/>
                  </a:cubicBezTo>
                  <a:cubicBezTo>
                    <a:pt x="3530" y="2119"/>
                    <a:pt x="3572" y="2157"/>
                    <a:pt x="3576" y="2240"/>
                  </a:cubicBezTo>
                  <a:cubicBezTo>
                    <a:pt x="3578" y="2270"/>
                    <a:pt x="3583" y="2278"/>
                    <a:pt x="3616" y="2273"/>
                  </a:cubicBezTo>
                  <a:cubicBezTo>
                    <a:pt x="3741" y="2253"/>
                    <a:pt x="3866" y="2254"/>
                    <a:pt x="3991" y="2272"/>
                  </a:cubicBezTo>
                  <a:cubicBezTo>
                    <a:pt x="4017" y="2275"/>
                    <a:pt x="4028" y="2278"/>
                    <a:pt x="4031" y="2245"/>
                  </a:cubicBezTo>
                  <a:cubicBezTo>
                    <a:pt x="4038" y="2151"/>
                    <a:pt x="4075" y="2119"/>
                    <a:pt x="4169" y="2119"/>
                  </a:cubicBezTo>
                  <a:cubicBezTo>
                    <a:pt x="4293" y="2119"/>
                    <a:pt x="4417" y="2119"/>
                    <a:pt x="4541" y="2119"/>
                  </a:cubicBezTo>
                  <a:cubicBezTo>
                    <a:pt x="4615" y="2119"/>
                    <a:pt x="4654" y="2159"/>
                    <a:pt x="4663" y="2233"/>
                  </a:cubicBezTo>
                  <a:cubicBezTo>
                    <a:pt x="4681" y="2370"/>
                    <a:pt x="4677" y="2507"/>
                    <a:pt x="4613" y="2631"/>
                  </a:cubicBezTo>
                  <a:cubicBezTo>
                    <a:pt x="4582" y="2691"/>
                    <a:pt x="4576" y="2738"/>
                    <a:pt x="4604" y="2798"/>
                  </a:cubicBezTo>
                  <a:cubicBezTo>
                    <a:pt x="4630" y="2853"/>
                    <a:pt x="4635" y="2916"/>
                    <a:pt x="4638" y="2977"/>
                  </a:cubicBezTo>
                  <a:cubicBezTo>
                    <a:pt x="4646" y="3143"/>
                    <a:pt x="4651" y="3308"/>
                    <a:pt x="4637" y="3473"/>
                  </a:cubicBezTo>
                  <a:cubicBezTo>
                    <a:pt x="4623" y="3631"/>
                    <a:pt x="4551" y="3762"/>
                    <a:pt x="4435" y="3868"/>
                  </a:cubicBezTo>
                  <a:cubicBezTo>
                    <a:pt x="4414" y="3887"/>
                    <a:pt x="4414" y="3897"/>
                    <a:pt x="4432" y="3918"/>
                  </a:cubicBezTo>
                  <a:cubicBezTo>
                    <a:pt x="4577" y="4085"/>
                    <a:pt x="4665" y="4278"/>
                    <a:pt x="4697" y="4497"/>
                  </a:cubicBezTo>
                  <a:cubicBezTo>
                    <a:pt x="4712" y="4598"/>
                    <a:pt x="4678" y="4658"/>
                    <a:pt x="4571" y="4713"/>
                  </a:cubicBezTo>
                  <a:cubicBezTo>
                    <a:pt x="4485" y="4713"/>
                    <a:pt x="4399" y="4713"/>
                    <a:pt x="4313" y="4713"/>
                  </a:cubicBezTo>
                  <a:cubicBezTo>
                    <a:pt x="4278" y="4703"/>
                    <a:pt x="4258" y="4680"/>
                    <a:pt x="4257" y="4643"/>
                  </a:cubicBezTo>
                  <a:cubicBezTo>
                    <a:pt x="4269" y="4588"/>
                    <a:pt x="4292" y="4566"/>
                    <a:pt x="4346" y="4563"/>
                  </a:cubicBezTo>
                  <a:cubicBezTo>
                    <a:pt x="4395" y="4561"/>
                    <a:pt x="4444" y="4563"/>
                    <a:pt x="4493" y="4562"/>
                  </a:cubicBezTo>
                  <a:cubicBezTo>
                    <a:pt x="4539" y="4560"/>
                    <a:pt x="4547" y="4552"/>
                    <a:pt x="4541" y="4506"/>
                  </a:cubicBezTo>
                  <a:cubicBezTo>
                    <a:pt x="4517" y="4319"/>
                    <a:pt x="4434" y="4157"/>
                    <a:pt x="4315" y="4013"/>
                  </a:cubicBezTo>
                  <a:cubicBezTo>
                    <a:pt x="4297" y="3993"/>
                    <a:pt x="4279" y="3987"/>
                    <a:pt x="4254" y="3998"/>
                  </a:cubicBezTo>
                  <a:cubicBezTo>
                    <a:pt x="4160" y="4037"/>
                    <a:pt x="4062" y="4048"/>
                    <a:pt x="3962" y="4046"/>
                  </a:cubicBezTo>
                  <a:cubicBezTo>
                    <a:pt x="3823" y="4042"/>
                    <a:pt x="3683" y="4050"/>
                    <a:pt x="3544" y="4042"/>
                  </a:cubicBezTo>
                  <a:cubicBezTo>
                    <a:pt x="3478" y="4033"/>
                    <a:pt x="3412" y="4023"/>
                    <a:pt x="3349" y="3995"/>
                  </a:cubicBezTo>
                  <a:cubicBezTo>
                    <a:pt x="3329" y="3987"/>
                    <a:pt x="3314" y="3994"/>
                    <a:pt x="3301" y="4009"/>
                  </a:cubicBezTo>
                  <a:cubicBezTo>
                    <a:pt x="3253" y="4063"/>
                    <a:pt x="3210" y="4121"/>
                    <a:pt x="3177" y="4185"/>
                  </a:cubicBezTo>
                  <a:cubicBezTo>
                    <a:pt x="3169" y="4200"/>
                    <a:pt x="3165" y="4217"/>
                    <a:pt x="3168" y="4233"/>
                  </a:cubicBezTo>
                  <a:cubicBezTo>
                    <a:pt x="3186" y="4346"/>
                    <a:pt x="3177" y="4455"/>
                    <a:pt x="3119" y="4562"/>
                  </a:cubicBezTo>
                  <a:cubicBezTo>
                    <a:pt x="3188" y="4564"/>
                    <a:pt x="3250" y="4563"/>
                    <a:pt x="3312" y="4561"/>
                  </a:cubicBezTo>
                  <a:cubicBezTo>
                    <a:pt x="3554" y="4560"/>
                    <a:pt x="3796" y="4561"/>
                    <a:pt x="4038" y="4561"/>
                  </a:cubicBezTo>
                  <a:cubicBezTo>
                    <a:pt x="4102" y="4561"/>
                    <a:pt x="4125" y="4578"/>
                    <a:pt x="4141" y="4636"/>
                  </a:cubicBezTo>
                  <a:cubicBezTo>
                    <a:pt x="4144" y="4673"/>
                    <a:pt x="4125" y="4698"/>
                    <a:pt x="4093" y="4713"/>
                  </a:cubicBezTo>
                  <a:cubicBezTo>
                    <a:pt x="3743" y="4713"/>
                    <a:pt x="3393" y="4713"/>
                    <a:pt x="3044" y="4713"/>
                  </a:cubicBezTo>
                  <a:cubicBezTo>
                    <a:pt x="2978" y="4680"/>
                    <a:pt x="2911" y="4713"/>
                    <a:pt x="2845" y="4708"/>
                  </a:cubicBezTo>
                  <a:cubicBezTo>
                    <a:pt x="2138" y="4708"/>
                    <a:pt x="1432" y="4708"/>
                    <a:pt x="725" y="4708"/>
                  </a:cubicBezTo>
                  <a:cubicBezTo>
                    <a:pt x="688" y="4711"/>
                    <a:pt x="668" y="4691"/>
                    <a:pt x="661" y="4656"/>
                  </a:cubicBezTo>
                  <a:cubicBezTo>
                    <a:pt x="655" y="4622"/>
                    <a:pt x="665" y="4593"/>
                    <a:pt x="696" y="4573"/>
                  </a:cubicBezTo>
                  <a:cubicBezTo>
                    <a:pt x="728" y="4554"/>
                    <a:pt x="763" y="4553"/>
                    <a:pt x="798" y="4553"/>
                  </a:cubicBezTo>
                  <a:cubicBezTo>
                    <a:pt x="1010" y="4553"/>
                    <a:pt x="1221" y="4553"/>
                    <a:pt x="1432" y="4553"/>
                  </a:cubicBezTo>
                  <a:cubicBezTo>
                    <a:pt x="1503" y="4552"/>
                    <a:pt x="1498" y="4552"/>
                    <a:pt x="1505" y="4481"/>
                  </a:cubicBezTo>
                  <a:cubicBezTo>
                    <a:pt x="1529" y="4235"/>
                    <a:pt x="1465" y="4005"/>
                    <a:pt x="1388" y="3776"/>
                  </a:cubicBezTo>
                  <a:cubicBezTo>
                    <a:pt x="1329" y="3601"/>
                    <a:pt x="1280" y="3422"/>
                    <a:pt x="1224" y="3246"/>
                  </a:cubicBezTo>
                  <a:cubicBezTo>
                    <a:pt x="1219" y="3229"/>
                    <a:pt x="1218" y="3207"/>
                    <a:pt x="1192" y="3208"/>
                  </a:cubicBezTo>
                  <a:cubicBezTo>
                    <a:pt x="1107" y="3214"/>
                    <a:pt x="1026" y="3235"/>
                    <a:pt x="947" y="3262"/>
                  </a:cubicBezTo>
                  <a:cubicBezTo>
                    <a:pt x="923" y="3270"/>
                    <a:pt x="906" y="3283"/>
                    <a:pt x="906" y="3311"/>
                  </a:cubicBezTo>
                  <a:cubicBezTo>
                    <a:pt x="903" y="3470"/>
                    <a:pt x="904" y="3629"/>
                    <a:pt x="905" y="3788"/>
                  </a:cubicBezTo>
                  <a:cubicBezTo>
                    <a:pt x="905" y="3794"/>
                    <a:pt x="909" y="3799"/>
                    <a:pt x="912" y="3804"/>
                  </a:cubicBezTo>
                  <a:cubicBezTo>
                    <a:pt x="923" y="3817"/>
                    <a:pt x="937" y="3822"/>
                    <a:pt x="951" y="3828"/>
                  </a:cubicBezTo>
                  <a:cubicBezTo>
                    <a:pt x="1069" y="3883"/>
                    <a:pt x="1143" y="4032"/>
                    <a:pt x="1114" y="4157"/>
                  </a:cubicBezTo>
                  <a:cubicBezTo>
                    <a:pt x="1085" y="4284"/>
                    <a:pt x="978" y="4381"/>
                    <a:pt x="842" y="4393"/>
                  </a:cubicBezTo>
                  <a:cubicBezTo>
                    <a:pt x="734" y="4403"/>
                    <a:pt x="615" y="4334"/>
                    <a:pt x="563" y="4232"/>
                  </a:cubicBezTo>
                  <a:cubicBezTo>
                    <a:pt x="508" y="4122"/>
                    <a:pt x="521" y="3996"/>
                    <a:pt x="598" y="3909"/>
                  </a:cubicBezTo>
                  <a:cubicBezTo>
                    <a:pt x="626" y="3877"/>
                    <a:pt x="657" y="3846"/>
                    <a:pt x="698" y="3831"/>
                  </a:cubicBezTo>
                  <a:cubicBezTo>
                    <a:pt x="733" y="3818"/>
                    <a:pt x="742" y="3793"/>
                    <a:pt x="741" y="3759"/>
                  </a:cubicBezTo>
                  <a:cubicBezTo>
                    <a:pt x="740" y="3673"/>
                    <a:pt x="741" y="3587"/>
                    <a:pt x="741" y="3501"/>
                  </a:cubicBezTo>
                  <a:cubicBezTo>
                    <a:pt x="741" y="3455"/>
                    <a:pt x="742" y="3410"/>
                    <a:pt x="740" y="3355"/>
                  </a:cubicBezTo>
                  <a:cubicBezTo>
                    <a:pt x="679" y="3389"/>
                    <a:pt x="626" y="3426"/>
                    <a:pt x="578" y="3468"/>
                  </a:cubicBezTo>
                  <a:cubicBezTo>
                    <a:pt x="356" y="3659"/>
                    <a:pt x="217" y="3898"/>
                    <a:pt x="173" y="4189"/>
                  </a:cubicBezTo>
                  <a:cubicBezTo>
                    <a:pt x="164" y="4244"/>
                    <a:pt x="157" y="4300"/>
                    <a:pt x="158" y="4357"/>
                  </a:cubicBezTo>
                  <a:cubicBezTo>
                    <a:pt x="160" y="4455"/>
                    <a:pt x="231" y="4562"/>
                    <a:pt x="360" y="4555"/>
                  </a:cubicBezTo>
                  <a:cubicBezTo>
                    <a:pt x="404" y="4552"/>
                    <a:pt x="449" y="4548"/>
                    <a:pt x="491" y="4567"/>
                  </a:cubicBezTo>
                  <a:cubicBezTo>
                    <a:pt x="519" y="4582"/>
                    <a:pt x="540" y="4605"/>
                    <a:pt x="541" y="4638"/>
                  </a:cubicBezTo>
                  <a:cubicBezTo>
                    <a:pt x="543" y="4677"/>
                    <a:pt x="515" y="4703"/>
                    <a:pt x="468" y="4708"/>
                  </a:cubicBezTo>
                  <a:cubicBezTo>
                    <a:pt x="416" y="4707"/>
                    <a:pt x="363" y="4712"/>
                    <a:pt x="310" y="4705"/>
                  </a:cubicBezTo>
                  <a:cubicBezTo>
                    <a:pt x="146" y="4691"/>
                    <a:pt x="10" y="4543"/>
                    <a:pt x="8" y="4379"/>
                  </a:cubicBezTo>
                  <a:cubicBezTo>
                    <a:pt x="0" y="3735"/>
                    <a:pt x="449" y="3193"/>
                    <a:pt x="1104" y="3062"/>
                  </a:cubicBezTo>
                  <a:cubicBezTo>
                    <a:pt x="1030" y="3016"/>
                    <a:pt x="962" y="2968"/>
                    <a:pt x="902" y="2908"/>
                  </a:cubicBezTo>
                  <a:cubicBezTo>
                    <a:pt x="758" y="2766"/>
                    <a:pt x="664" y="2597"/>
                    <a:pt x="625" y="2397"/>
                  </a:cubicBezTo>
                  <a:cubicBezTo>
                    <a:pt x="620" y="2374"/>
                    <a:pt x="609" y="2365"/>
                    <a:pt x="588" y="2358"/>
                  </a:cubicBezTo>
                  <a:cubicBezTo>
                    <a:pt x="400" y="2301"/>
                    <a:pt x="282" y="2144"/>
                    <a:pt x="281" y="1954"/>
                  </a:cubicBezTo>
                  <a:cubicBezTo>
                    <a:pt x="280" y="1770"/>
                    <a:pt x="396" y="1610"/>
                    <a:pt x="577" y="1551"/>
                  </a:cubicBezTo>
                  <a:cubicBezTo>
                    <a:pt x="601" y="1543"/>
                    <a:pt x="608" y="1532"/>
                    <a:pt x="606" y="1509"/>
                  </a:cubicBezTo>
                  <a:cubicBezTo>
                    <a:pt x="605" y="1490"/>
                    <a:pt x="606" y="1470"/>
                    <a:pt x="606" y="1450"/>
                  </a:cubicBezTo>
                  <a:cubicBezTo>
                    <a:pt x="493" y="1464"/>
                    <a:pt x="417" y="1405"/>
                    <a:pt x="409" y="1295"/>
                  </a:cubicBezTo>
                  <a:cubicBezTo>
                    <a:pt x="404" y="1228"/>
                    <a:pt x="406" y="1161"/>
                    <a:pt x="408" y="1093"/>
                  </a:cubicBezTo>
                  <a:cubicBezTo>
                    <a:pt x="409" y="1057"/>
                    <a:pt x="426" y="1028"/>
                    <a:pt x="467" y="1023"/>
                  </a:cubicBezTo>
                  <a:cubicBezTo>
                    <a:pt x="519" y="1008"/>
                    <a:pt x="557" y="1035"/>
                    <a:pt x="562" y="1095"/>
                  </a:cubicBezTo>
                  <a:cubicBezTo>
                    <a:pt x="567" y="1148"/>
                    <a:pt x="563" y="1202"/>
                    <a:pt x="564" y="1256"/>
                  </a:cubicBezTo>
                  <a:cubicBezTo>
                    <a:pt x="564" y="1284"/>
                    <a:pt x="574" y="1288"/>
                    <a:pt x="596" y="1270"/>
                  </a:cubicBezTo>
                  <a:cubicBezTo>
                    <a:pt x="708" y="1176"/>
                    <a:pt x="843" y="1146"/>
                    <a:pt x="984" y="1130"/>
                  </a:cubicBezTo>
                  <a:cubicBezTo>
                    <a:pt x="1036" y="1124"/>
                    <a:pt x="1084" y="1126"/>
                    <a:pt x="1126" y="1163"/>
                  </a:cubicBezTo>
                  <a:cubicBezTo>
                    <a:pt x="1162" y="1196"/>
                    <a:pt x="1179" y="1237"/>
                    <a:pt x="1180" y="1285"/>
                  </a:cubicBezTo>
                  <a:cubicBezTo>
                    <a:pt x="1180" y="1327"/>
                    <a:pt x="1179" y="1368"/>
                    <a:pt x="1181" y="1406"/>
                  </a:cubicBezTo>
                  <a:cubicBezTo>
                    <a:pt x="1185" y="1411"/>
                    <a:pt x="1189" y="1413"/>
                    <a:pt x="1191" y="1411"/>
                  </a:cubicBezTo>
                  <a:cubicBezTo>
                    <a:pt x="1312" y="1332"/>
                    <a:pt x="1447" y="1319"/>
                    <a:pt x="1587" y="1314"/>
                  </a:cubicBezTo>
                  <a:cubicBezTo>
                    <a:pt x="1732" y="1309"/>
                    <a:pt x="1878" y="1314"/>
                    <a:pt x="2022" y="1286"/>
                  </a:cubicBezTo>
                  <a:cubicBezTo>
                    <a:pt x="2197" y="1253"/>
                    <a:pt x="2348" y="1180"/>
                    <a:pt x="2450" y="1027"/>
                  </a:cubicBezTo>
                  <a:cubicBezTo>
                    <a:pt x="2522" y="934"/>
                    <a:pt x="2555" y="823"/>
                    <a:pt x="2600" y="718"/>
                  </a:cubicBezTo>
                  <a:cubicBezTo>
                    <a:pt x="2616" y="681"/>
                    <a:pt x="2601" y="655"/>
                    <a:pt x="2562" y="644"/>
                  </a:cubicBezTo>
                  <a:cubicBezTo>
                    <a:pt x="2455" y="613"/>
                    <a:pt x="2444" y="532"/>
                    <a:pt x="2476" y="453"/>
                  </a:cubicBezTo>
                  <a:cubicBezTo>
                    <a:pt x="2497" y="404"/>
                    <a:pt x="2520" y="355"/>
                    <a:pt x="2539" y="305"/>
                  </a:cubicBezTo>
                  <a:cubicBezTo>
                    <a:pt x="2573" y="215"/>
                    <a:pt x="2533" y="155"/>
                    <a:pt x="2438" y="155"/>
                  </a:cubicBezTo>
                  <a:cubicBezTo>
                    <a:pt x="2008" y="154"/>
                    <a:pt x="1577" y="154"/>
                    <a:pt x="1146" y="155"/>
                  </a:cubicBezTo>
                  <a:cubicBezTo>
                    <a:pt x="1038" y="155"/>
                    <a:pt x="938" y="188"/>
                    <a:pt x="847" y="248"/>
                  </a:cubicBezTo>
                  <a:cubicBezTo>
                    <a:pt x="691" y="351"/>
                    <a:pt x="606" y="499"/>
                    <a:pt x="573" y="680"/>
                  </a:cubicBezTo>
                  <a:cubicBezTo>
                    <a:pt x="565" y="721"/>
                    <a:pt x="564" y="762"/>
                    <a:pt x="562" y="804"/>
                  </a:cubicBezTo>
                  <a:cubicBezTo>
                    <a:pt x="559" y="859"/>
                    <a:pt x="524" y="891"/>
                    <a:pt x="476" y="887"/>
                  </a:cubicBezTo>
                  <a:close/>
                </a:path>
              </a:pathLst>
            </a:custGeom>
            <a:solidFill>
              <a:srgbClr val="02020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3DA69CCA-6568-41A4-AC85-72ABE2792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275" y="3698875"/>
              <a:ext cx="603250" cy="812800"/>
            </a:xfrm>
            <a:custGeom>
              <a:avLst/>
              <a:gdLst>
                <a:gd name="T0" fmla="*/ 370 w 1136"/>
                <a:gd name="T1" fmla="*/ 316 h 1530"/>
                <a:gd name="T2" fmla="*/ 373 w 1136"/>
                <a:gd name="T3" fmla="*/ 610 h 1530"/>
                <a:gd name="T4" fmla="*/ 336 w 1136"/>
                <a:gd name="T5" fmla="*/ 651 h 1530"/>
                <a:gd name="T6" fmla="*/ 160 w 1136"/>
                <a:gd name="T7" fmla="*/ 944 h 1530"/>
                <a:gd name="T8" fmla="*/ 371 w 1136"/>
                <a:gd name="T9" fmla="*/ 1189 h 1530"/>
                <a:gd name="T10" fmla="*/ 711 w 1136"/>
                <a:gd name="T11" fmla="*/ 1004 h 1530"/>
                <a:gd name="T12" fmla="*/ 552 w 1136"/>
                <a:gd name="T13" fmla="*/ 652 h 1530"/>
                <a:gd name="T14" fmla="*/ 519 w 1136"/>
                <a:gd name="T15" fmla="*/ 637 h 1530"/>
                <a:gd name="T16" fmla="*/ 514 w 1136"/>
                <a:gd name="T17" fmla="*/ 533 h 1530"/>
                <a:gd name="T18" fmla="*/ 513 w 1136"/>
                <a:gd name="T19" fmla="*/ 222 h 1530"/>
                <a:gd name="T20" fmla="*/ 560 w 1136"/>
                <a:gd name="T21" fmla="*/ 135 h 1530"/>
                <a:gd name="T22" fmla="*/ 813 w 1136"/>
                <a:gd name="T23" fmla="*/ 12 h 1530"/>
                <a:gd name="T24" fmla="*/ 848 w 1136"/>
                <a:gd name="T25" fmla="*/ 32 h 1530"/>
                <a:gd name="T26" fmla="*/ 1131 w 1136"/>
                <a:gd name="T27" fmla="*/ 959 h 1530"/>
                <a:gd name="T28" fmla="*/ 1134 w 1136"/>
                <a:gd name="T29" fmla="*/ 1000 h 1530"/>
                <a:gd name="T30" fmla="*/ 1135 w 1136"/>
                <a:gd name="T31" fmla="*/ 1340 h 1530"/>
                <a:gd name="T32" fmla="*/ 1089 w 1136"/>
                <a:gd name="T33" fmla="*/ 1388 h 1530"/>
                <a:gd name="T34" fmla="*/ 399 w 1136"/>
                <a:gd name="T35" fmla="*/ 1387 h 1530"/>
                <a:gd name="T36" fmla="*/ 357 w 1136"/>
                <a:gd name="T37" fmla="*/ 1388 h 1530"/>
                <a:gd name="T38" fmla="*/ 289 w 1136"/>
                <a:gd name="T39" fmla="*/ 1443 h 1530"/>
                <a:gd name="T40" fmla="*/ 334 w 1136"/>
                <a:gd name="T41" fmla="*/ 1521 h 1530"/>
                <a:gd name="T42" fmla="*/ 338 w 1136"/>
                <a:gd name="T43" fmla="*/ 1527 h 1530"/>
                <a:gd name="T44" fmla="*/ 335 w 1136"/>
                <a:gd name="T45" fmla="*/ 1530 h 1530"/>
                <a:gd name="T46" fmla="*/ 95 w 1136"/>
                <a:gd name="T47" fmla="*/ 1530 h 1530"/>
                <a:gd name="T48" fmla="*/ 93 w 1136"/>
                <a:gd name="T49" fmla="*/ 1524 h 1530"/>
                <a:gd name="T50" fmla="*/ 97 w 1136"/>
                <a:gd name="T51" fmla="*/ 1522 h 1530"/>
                <a:gd name="T52" fmla="*/ 105 w 1136"/>
                <a:gd name="T53" fmla="*/ 1391 h 1530"/>
                <a:gd name="T54" fmla="*/ 9 w 1136"/>
                <a:gd name="T55" fmla="*/ 1196 h 1530"/>
                <a:gd name="T56" fmla="*/ 316 w 1136"/>
                <a:gd name="T57" fmla="*/ 352 h 1530"/>
                <a:gd name="T58" fmla="*/ 370 w 1136"/>
                <a:gd name="T59" fmla="*/ 316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136" h="1530">
                  <a:moveTo>
                    <a:pt x="370" y="316"/>
                  </a:moveTo>
                  <a:cubicBezTo>
                    <a:pt x="371" y="414"/>
                    <a:pt x="370" y="512"/>
                    <a:pt x="373" y="610"/>
                  </a:cubicBezTo>
                  <a:cubicBezTo>
                    <a:pt x="374" y="640"/>
                    <a:pt x="356" y="643"/>
                    <a:pt x="336" y="651"/>
                  </a:cubicBezTo>
                  <a:cubicBezTo>
                    <a:pt x="218" y="699"/>
                    <a:pt x="150" y="814"/>
                    <a:pt x="160" y="944"/>
                  </a:cubicBezTo>
                  <a:cubicBezTo>
                    <a:pt x="169" y="1055"/>
                    <a:pt x="261" y="1162"/>
                    <a:pt x="371" y="1189"/>
                  </a:cubicBezTo>
                  <a:cubicBezTo>
                    <a:pt x="517" y="1225"/>
                    <a:pt x="665" y="1144"/>
                    <a:pt x="711" y="1004"/>
                  </a:cubicBezTo>
                  <a:cubicBezTo>
                    <a:pt x="759" y="862"/>
                    <a:pt x="691" y="712"/>
                    <a:pt x="552" y="652"/>
                  </a:cubicBezTo>
                  <a:cubicBezTo>
                    <a:pt x="541" y="647"/>
                    <a:pt x="530" y="642"/>
                    <a:pt x="519" y="637"/>
                  </a:cubicBezTo>
                  <a:cubicBezTo>
                    <a:pt x="509" y="602"/>
                    <a:pt x="515" y="567"/>
                    <a:pt x="514" y="533"/>
                  </a:cubicBezTo>
                  <a:cubicBezTo>
                    <a:pt x="513" y="429"/>
                    <a:pt x="516" y="325"/>
                    <a:pt x="513" y="222"/>
                  </a:cubicBezTo>
                  <a:cubicBezTo>
                    <a:pt x="512" y="181"/>
                    <a:pt x="527" y="156"/>
                    <a:pt x="560" y="135"/>
                  </a:cubicBezTo>
                  <a:cubicBezTo>
                    <a:pt x="640" y="85"/>
                    <a:pt x="719" y="34"/>
                    <a:pt x="813" y="12"/>
                  </a:cubicBezTo>
                  <a:cubicBezTo>
                    <a:pt x="835" y="0"/>
                    <a:pt x="842" y="14"/>
                    <a:pt x="848" y="32"/>
                  </a:cubicBezTo>
                  <a:cubicBezTo>
                    <a:pt x="942" y="341"/>
                    <a:pt x="1037" y="650"/>
                    <a:pt x="1131" y="959"/>
                  </a:cubicBezTo>
                  <a:cubicBezTo>
                    <a:pt x="1135" y="972"/>
                    <a:pt x="1134" y="986"/>
                    <a:pt x="1134" y="1000"/>
                  </a:cubicBezTo>
                  <a:cubicBezTo>
                    <a:pt x="1135" y="1113"/>
                    <a:pt x="1133" y="1227"/>
                    <a:pt x="1135" y="1340"/>
                  </a:cubicBezTo>
                  <a:cubicBezTo>
                    <a:pt x="1136" y="1377"/>
                    <a:pt x="1128" y="1389"/>
                    <a:pt x="1089" y="1388"/>
                  </a:cubicBezTo>
                  <a:cubicBezTo>
                    <a:pt x="859" y="1386"/>
                    <a:pt x="629" y="1387"/>
                    <a:pt x="399" y="1387"/>
                  </a:cubicBezTo>
                  <a:cubicBezTo>
                    <a:pt x="385" y="1387"/>
                    <a:pt x="371" y="1387"/>
                    <a:pt x="357" y="1388"/>
                  </a:cubicBezTo>
                  <a:cubicBezTo>
                    <a:pt x="321" y="1390"/>
                    <a:pt x="295" y="1406"/>
                    <a:pt x="289" y="1443"/>
                  </a:cubicBezTo>
                  <a:cubicBezTo>
                    <a:pt x="283" y="1480"/>
                    <a:pt x="295" y="1509"/>
                    <a:pt x="334" y="1521"/>
                  </a:cubicBezTo>
                  <a:cubicBezTo>
                    <a:pt x="337" y="1523"/>
                    <a:pt x="339" y="1525"/>
                    <a:pt x="338" y="1527"/>
                  </a:cubicBezTo>
                  <a:cubicBezTo>
                    <a:pt x="337" y="1529"/>
                    <a:pt x="336" y="1530"/>
                    <a:pt x="335" y="1530"/>
                  </a:cubicBezTo>
                  <a:cubicBezTo>
                    <a:pt x="255" y="1530"/>
                    <a:pt x="175" y="1530"/>
                    <a:pt x="95" y="1530"/>
                  </a:cubicBezTo>
                  <a:cubicBezTo>
                    <a:pt x="92" y="1528"/>
                    <a:pt x="91" y="1526"/>
                    <a:pt x="93" y="1524"/>
                  </a:cubicBezTo>
                  <a:cubicBezTo>
                    <a:pt x="94" y="1523"/>
                    <a:pt x="95" y="1522"/>
                    <a:pt x="97" y="1522"/>
                  </a:cubicBezTo>
                  <a:cubicBezTo>
                    <a:pt x="164" y="1491"/>
                    <a:pt x="167" y="1439"/>
                    <a:pt x="105" y="1391"/>
                  </a:cubicBezTo>
                  <a:cubicBezTo>
                    <a:pt x="40" y="1342"/>
                    <a:pt x="12" y="1277"/>
                    <a:pt x="9" y="1196"/>
                  </a:cubicBezTo>
                  <a:cubicBezTo>
                    <a:pt x="0" y="874"/>
                    <a:pt x="112" y="596"/>
                    <a:pt x="316" y="352"/>
                  </a:cubicBezTo>
                  <a:cubicBezTo>
                    <a:pt x="330" y="335"/>
                    <a:pt x="342" y="313"/>
                    <a:pt x="370" y="316"/>
                  </a:cubicBezTo>
                  <a:close/>
                </a:path>
              </a:pathLst>
            </a:custGeom>
            <a:solidFill>
              <a:srgbClr val="FEF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2C5EE2CC-C288-4F8C-BBD3-4D6447729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506913"/>
              <a:ext cx="1139825" cy="4763"/>
            </a:xfrm>
            <a:custGeom>
              <a:avLst/>
              <a:gdLst>
                <a:gd name="T0" fmla="*/ 1 w 2148"/>
                <a:gd name="T1" fmla="*/ 9 h 9"/>
                <a:gd name="T2" fmla="*/ 0 w 2148"/>
                <a:gd name="T3" fmla="*/ 0 h 9"/>
                <a:gd name="T4" fmla="*/ 2049 w 2148"/>
                <a:gd name="T5" fmla="*/ 0 h 9"/>
                <a:gd name="T6" fmla="*/ 2145 w 2148"/>
                <a:gd name="T7" fmla="*/ 1 h 9"/>
                <a:gd name="T8" fmla="*/ 2147 w 2148"/>
                <a:gd name="T9" fmla="*/ 7 h 9"/>
                <a:gd name="T10" fmla="*/ 2144 w 2148"/>
                <a:gd name="T11" fmla="*/ 9 h 9"/>
                <a:gd name="T12" fmla="*/ 1 w 2148"/>
                <a:gd name="T1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48" h="9">
                  <a:moveTo>
                    <a:pt x="1" y="9"/>
                  </a:moveTo>
                  <a:cubicBezTo>
                    <a:pt x="0" y="6"/>
                    <a:pt x="0" y="3"/>
                    <a:pt x="0" y="0"/>
                  </a:cubicBezTo>
                  <a:cubicBezTo>
                    <a:pt x="683" y="0"/>
                    <a:pt x="1366" y="0"/>
                    <a:pt x="2049" y="0"/>
                  </a:cubicBezTo>
                  <a:cubicBezTo>
                    <a:pt x="2081" y="0"/>
                    <a:pt x="2113" y="0"/>
                    <a:pt x="2145" y="1"/>
                  </a:cubicBezTo>
                  <a:cubicBezTo>
                    <a:pt x="2147" y="3"/>
                    <a:pt x="2148" y="5"/>
                    <a:pt x="2147" y="7"/>
                  </a:cubicBezTo>
                  <a:cubicBezTo>
                    <a:pt x="2146" y="8"/>
                    <a:pt x="2145" y="9"/>
                    <a:pt x="2144" y="9"/>
                  </a:cubicBezTo>
                  <a:cubicBezTo>
                    <a:pt x="1429" y="9"/>
                    <a:pt x="715" y="9"/>
                    <a:pt x="1" y="9"/>
                  </a:cubicBezTo>
                  <a:close/>
                </a:path>
              </a:pathLst>
            </a:custGeom>
            <a:solidFill>
              <a:srgbClr val="5C5A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392CCB0A-9BEC-453F-874E-CD37E86CF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175" y="4508500"/>
              <a:ext cx="90487" cy="3175"/>
            </a:xfrm>
            <a:custGeom>
              <a:avLst/>
              <a:gdLst>
                <a:gd name="T0" fmla="*/ 169 w 169"/>
                <a:gd name="T1" fmla="*/ 0 h 8"/>
                <a:gd name="T2" fmla="*/ 167 w 169"/>
                <a:gd name="T3" fmla="*/ 8 h 8"/>
                <a:gd name="T4" fmla="*/ 2 w 169"/>
                <a:gd name="T5" fmla="*/ 8 h 8"/>
                <a:gd name="T6" fmla="*/ 0 w 169"/>
                <a:gd name="T7" fmla="*/ 0 h 8"/>
                <a:gd name="T8" fmla="*/ 169 w 169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8">
                  <a:moveTo>
                    <a:pt x="169" y="0"/>
                  </a:moveTo>
                  <a:cubicBezTo>
                    <a:pt x="168" y="3"/>
                    <a:pt x="167" y="5"/>
                    <a:pt x="167" y="8"/>
                  </a:cubicBezTo>
                  <a:cubicBezTo>
                    <a:pt x="112" y="8"/>
                    <a:pt x="57" y="8"/>
                    <a:pt x="2" y="8"/>
                  </a:cubicBezTo>
                  <a:cubicBezTo>
                    <a:pt x="1" y="6"/>
                    <a:pt x="0" y="3"/>
                    <a:pt x="0" y="0"/>
                  </a:cubicBezTo>
                  <a:cubicBezTo>
                    <a:pt x="56" y="0"/>
                    <a:pt x="112" y="0"/>
                    <a:pt x="169" y="0"/>
                  </a:cubicBezTo>
                  <a:close/>
                </a:path>
              </a:pathLst>
            </a:custGeom>
            <a:solidFill>
              <a:srgbClr val="6C69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xmlns="" id="{062F3085-B294-4885-A4CB-083A792DC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313" y="2136775"/>
              <a:ext cx="1055687" cy="641350"/>
            </a:xfrm>
            <a:custGeom>
              <a:avLst/>
              <a:gdLst>
                <a:gd name="T0" fmla="*/ 9 w 1991"/>
                <a:gd name="T1" fmla="*/ 645 h 1206"/>
                <a:gd name="T2" fmla="*/ 84 w 1991"/>
                <a:gd name="T3" fmla="*/ 541 h 1206"/>
                <a:gd name="T4" fmla="*/ 334 w 1991"/>
                <a:gd name="T5" fmla="*/ 22 h 1206"/>
                <a:gd name="T6" fmla="*/ 369 w 1991"/>
                <a:gd name="T7" fmla="*/ 0 h 1206"/>
                <a:gd name="T8" fmla="*/ 373 w 1991"/>
                <a:gd name="T9" fmla="*/ 48 h 1206"/>
                <a:gd name="T10" fmla="*/ 345 w 1991"/>
                <a:gd name="T11" fmla="*/ 335 h 1206"/>
                <a:gd name="T12" fmla="*/ 346 w 1991"/>
                <a:gd name="T13" fmla="*/ 698 h 1206"/>
                <a:gd name="T14" fmla="*/ 351 w 1991"/>
                <a:gd name="T15" fmla="*/ 753 h 1206"/>
                <a:gd name="T16" fmla="*/ 470 w 1991"/>
                <a:gd name="T17" fmla="*/ 792 h 1206"/>
                <a:gd name="T18" fmla="*/ 847 w 1991"/>
                <a:gd name="T19" fmla="*/ 643 h 1206"/>
                <a:gd name="T20" fmla="*/ 962 w 1991"/>
                <a:gd name="T21" fmla="*/ 742 h 1206"/>
                <a:gd name="T22" fmla="*/ 962 w 1991"/>
                <a:gd name="T23" fmla="*/ 889 h 1206"/>
                <a:gd name="T24" fmla="*/ 997 w 1991"/>
                <a:gd name="T25" fmla="*/ 953 h 1206"/>
                <a:gd name="T26" fmla="*/ 1059 w 1991"/>
                <a:gd name="T27" fmla="*/ 934 h 1206"/>
                <a:gd name="T28" fmla="*/ 1327 w 1991"/>
                <a:gd name="T29" fmla="*/ 836 h 1206"/>
                <a:gd name="T30" fmla="*/ 1551 w 1991"/>
                <a:gd name="T31" fmla="*/ 824 h 1206"/>
                <a:gd name="T32" fmla="*/ 1934 w 1991"/>
                <a:gd name="T33" fmla="*/ 790 h 1206"/>
                <a:gd name="T34" fmla="*/ 1991 w 1991"/>
                <a:gd name="T35" fmla="*/ 793 h 1206"/>
                <a:gd name="T36" fmla="*/ 1699 w 1991"/>
                <a:gd name="T37" fmla="*/ 1019 h 1206"/>
                <a:gd name="T38" fmla="*/ 1367 w 1991"/>
                <a:gd name="T39" fmla="*/ 1077 h 1206"/>
                <a:gd name="T40" fmla="*/ 919 w 1991"/>
                <a:gd name="T41" fmla="*/ 1104 h 1206"/>
                <a:gd name="T42" fmla="*/ 699 w 1991"/>
                <a:gd name="T43" fmla="*/ 1206 h 1206"/>
                <a:gd name="T44" fmla="*/ 700 w 1991"/>
                <a:gd name="T45" fmla="*/ 1071 h 1206"/>
                <a:gd name="T46" fmla="*/ 517 w 1991"/>
                <a:gd name="T47" fmla="*/ 899 h 1206"/>
                <a:gd name="T48" fmla="*/ 161 w 1991"/>
                <a:gd name="T49" fmla="*/ 1020 h 1206"/>
                <a:gd name="T50" fmla="*/ 140 w 1991"/>
                <a:gd name="T51" fmla="*/ 1036 h 1206"/>
                <a:gd name="T52" fmla="*/ 92 w 1991"/>
                <a:gd name="T53" fmla="*/ 1064 h 1206"/>
                <a:gd name="T54" fmla="*/ 83 w 1991"/>
                <a:gd name="T55" fmla="*/ 1013 h 1206"/>
                <a:gd name="T56" fmla="*/ 83 w 1991"/>
                <a:gd name="T57" fmla="*/ 866 h 1206"/>
                <a:gd name="T58" fmla="*/ 0 w 1991"/>
                <a:gd name="T59" fmla="*/ 781 h 1206"/>
                <a:gd name="T60" fmla="*/ 9 w 1991"/>
                <a:gd name="T61" fmla="*/ 645 h 1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991" h="1206">
                  <a:moveTo>
                    <a:pt x="9" y="645"/>
                  </a:moveTo>
                  <a:cubicBezTo>
                    <a:pt x="69" y="626"/>
                    <a:pt x="81" y="608"/>
                    <a:pt x="84" y="541"/>
                  </a:cubicBezTo>
                  <a:cubicBezTo>
                    <a:pt x="91" y="332"/>
                    <a:pt x="170" y="156"/>
                    <a:pt x="334" y="22"/>
                  </a:cubicBezTo>
                  <a:cubicBezTo>
                    <a:pt x="345" y="13"/>
                    <a:pt x="357" y="7"/>
                    <a:pt x="369" y="0"/>
                  </a:cubicBezTo>
                  <a:cubicBezTo>
                    <a:pt x="382" y="15"/>
                    <a:pt x="377" y="32"/>
                    <a:pt x="373" y="48"/>
                  </a:cubicBezTo>
                  <a:cubicBezTo>
                    <a:pt x="350" y="143"/>
                    <a:pt x="344" y="238"/>
                    <a:pt x="345" y="335"/>
                  </a:cubicBezTo>
                  <a:cubicBezTo>
                    <a:pt x="347" y="456"/>
                    <a:pt x="345" y="577"/>
                    <a:pt x="346" y="698"/>
                  </a:cubicBezTo>
                  <a:cubicBezTo>
                    <a:pt x="346" y="716"/>
                    <a:pt x="345" y="735"/>
                    <a:pt x="351" y="753"/>
                  </a:cubicBezTo>
                  <a:cubicBezTo>
                    <a:pt x="368" y="809"/>
                    <a:pt x="428" y="832"/>
                    <a:pt x="470" y="792"/>
                  </a:cubicBezTo>
                  <a:cubicBezTo>
                    <a:pt x="576" y="689"/>
                    <a:pt x="709" y="662"/>
                    <a:pt x="847" y="643"/>
                  </a:cubicBezTo>
                  <a:cubicBezTo>
                    <a:pt x="923" y="633"/>
                    <a:pt x="960" y="665"/>
                    <a:pt x="962" y="742"/>
                  </a:cubicBezTo>
                  <a:cubicBezTo>
                    <a:pt x="963" y="791"/>
                    <a:pt x="961" y="840"/>
                    <a:pt x="962" y="889"/>
                  </a:cubicBezTo>
                  <a:cubicBezTo>
                    <a:pt x="963" y="916"/>
                    <a:pt x="970" y="941"/>
                    <a:pt x="997" y="953"/>
                  </a:cubicBezTo>
                  <a:cubicBezTo>
                    <a:pt x="1023" y="965"/>
                    <a:pt x="1041" y="949"/>
                    <a:pt x="1059" y="934"/>
                  </a:cubicBezTo>
                  <a:cubicBezTo>
                    <a:pt x="1137" y="870"/>
                    <a:pt x="1229" y="843"/>
                    <a:pt x="1327" y="836"/>
                  </a:cubicBezTo>
                  <a:cubicBezTo>
                    <a:pt x="1401" y="831"/>
                    <a:pt x="1476" y="822"/>
                    <a:pt x="1551" y="824"/>
                  </a:cubicBezTo>
                  <a:cubicBezTo>
                    <a:pt x="1680" y="827"/>
                    <a:pt x="1808" y="816"/>
                    <a:pt x="1934" y="790"/>
                  </a:cubicBezTo>
                  <a:cubicBezTo>
                    <a:pt x="1953" y="786"/>
                    <a:pt x="1973" y="777"/>
                    <a:pt x="1991" y="793"/>
                  </a:cubicBezTo>
                  <a:cubicBezTo>
                    <a:pt x="1921" y="904"/>
                    <a:pt x="1819" y="974"/>
                    <a:pt x="1699" y="1019"/>
                  </a:cubicBezTo>
                  <a:cubicBezTo>
                    <a:pt x="1592" y="1059"/>
                    <a:pt x="1480" y="1072"/>
                    <a:pt x="1367" y="1077"/>
                  </a:cubicBezTo>
                  <a:cubicBezTo>
                    <a:pt x="1218" y="1083"/>
                    <a:pt x="1067" y="1078"/>
                    <a:pt x="919" y="1104"/>
                  </a:cubicBezTo>
                  <a:cubicBezTo>
                    <a:pt x="839" y="1118"/>
                    <a:pt x="768" y="1150"/>
                    <a:pt x="699" y="1206"/>
                  </a:cubicBezTo>
                  <a:cubicBezTo>
                    <a:pt x="699" y="1156"/>
                    <a:pt x="696" y="1113"/>
                    <a:pt x="700" y="1071"/>
                  </a:cubicBezTo>
                  <a:cubicBezTo>
                    <a:pt x="711" y="961"/>
                    <a:pt x="630" y="880"/>
                    <a:pt x="517" y="899"/>
                  </a:cubicBezTo>
                  <a:cubicBezTo>
                    <a:pt x="391" y="922"/>
                    <a:pt x="267" y="940"/>
                    <a:pt x="161" y="1020"/>
                  </a:cubicBezTo>
                  <a:cubicBezTo>
                    <a:pt x="154" y="1025"/>
                    <a:pt x="147" y="1031"/>
                    <a:pt x="140" y="1036"/>
                  </a:cubicBezTo>
                  <a:cubicBezTo>
                    <a:pt x="124" y="1046"/>
                    <a:pt x="115" y="1076"/>
                    <a:pt x="92" y="1064"/>
                  </a:cubicBezTo>
                  <a:cubicBezTo>
                    <a:pt x="74" y="1054"/>
                    <a:pt x="84" y="1030"/>
                    <a:pt x="83" y="1013"/>
                  </a:cubicBezTo>
                  <a:cubicBezTo>
                    <a:pt x="82" y="964"/>
                    <a:pt x="83" y="915"/>
                    <a:pt x="83" y="866"/>
                  </a:cubicBezTo>
                  <a:cubicBezTo>
                    <a:pt x="82" y="807"/>
                    <a:pt x="58" y="783"/>
                    <a:pt x="0" y="781"/>
                  </a:cubicBezTo>
                  <a:cubicBezTo>
                    <a:pt x="22" y="737"/>
                    <a:pt x="6" y="690"/>
                    <a:pt x="9" y="645"/>
                  </a:cubicBezTo>
                  <a:close/>
                </a:path>
              </a:pathLst>
            </a:custGeom>
            <a:solidFill>
              <a:srgbClr val="665F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C046E216-85A1-4BE4-9A2C-8EF1EE38D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013" y="2687638"/>
              <a:ext cx="776287" cy="942975"/>
            </a:xfrm>
            <a:custGeom>
              <a:avLst/>
              <a:gdLst>
                <a:gd name="T0" fmla="*/ 21 w 1461"/>
                <a:gd name="T1" fmla="*/ 7 h 1775"/>
                <a:gd name="T2" fmla="*/ 54 w 1461"/>
                <a:gd name="T3" fmla="*/ 31 h 1775"/>
                <a:gd name="T4" fmla="*/ 54 w 1461"/>
                <a:gd name="T5" fmla="*/ 183 h 1775"/>
                <a:gd name="T6" fmla="*/ 140 w 1461"/>
                <a:gd name="T7" fmla="*/ 312 h 1775"/>
                <a:gd name="T8" fmla="*/ 287 w 1461"/>
                <a:gd name="T9" fmla="*/ 278 h 1775"/>
                <a:gd name="T10" fmla="*/ 487 w 1461"/>
                <a:gd name="T11" fmla="*/ 198 h 1775"/>
                <a:gd name="T12" fmla="*/ 887 w 1461"/>
                <a:gd name="T13" fmla="*/ 180 h 1775"/>
                <a:gd name="T14" fmla="*/ 1325 w 1461"/>
                <a:gd name="T15" fmla="*/ 79 h 1775"/>
                <a:gd name="T16" fmla="*/ 1446 w 1461"/>
                <a:gd name="T17" fmla="*/ 5 h 1775"/>
                <a:gd name="T18" fmla="*/ 1454 w 1461"/>
                <a:gd name="T19" fmla="*/ 33 h 1775"/>
                <a:gd name="T20" fmla="*/ 1454 w 1461"/>
                <a:gd name="T21" fmla="*/ 916 h 1775"/>
                <a:gd name="T22" fmla="*/ 764 w 1461"/>
                <a:gd name="T23" fmla="*/ 1756 h 1775"/>
                <a:gd name="T24" fmla="*/ 581 w 1461"/>
                <a:gd name="T25" fmla="*/ 1769 h 1775"/>
                <a:gd name="T26" fmla="*/ 362 w 1461"/>
                <a:gd name="T27" fmla="*/ 1653 h 1775"/>
                <a:gd name="T28" fmla="*/ 32 w 1461"/>
                <a:gd name="T29" fmla="*/ 1122 h 1775"/>
                <a:gd name="T30" fmla="*/ 8 w 1461"/>
                <a:gd name="T31" fmla="*/ 840 h 1775"/>
                <a:gd name="T32" fmla="*/ 15 w 1461"/>
                <a:gd name="T33" fmla="*/ 579 h 1775"/>
                <a:gd name="T34" fmla="*/ 106 w 1461"/>
                <a:gd name="T35" fmla="*/ 545 h 1775"/>
                <a:gd name="T36" fmla="*/ 289 w 1461"/>
                <a:gd name="T37" fmla="*/ 550 h 1775"/>
                <a:gd name="T38" fmla="*/ 321 w 1461"/>
                <a:gd name="T39" fmla="*/ 551 h 1775"/>
                <a:gd name="T40" fmla="*/ 373 w 1461"/>
                <a:gd name="T41" fmla="*/ 508 h 1775"/>
                <a:gd name="T42" fmla="*/ 338 w 1461"/>
                <a:gd name="T43" fmla="*/ 449 h 1775"/>
                <a:gd name="T44" fmla="*/ 244 w 1461"/>
                <a:gd name="T45" fmla="*/ 433 h 1775"/>
                <a:gd name="T46" fmla="*/ 60 w 1461"/>
                <a:gd name="T47" fmla="*/ 436 h 1775"/>
                <a:gd name="T48" fmla="*/ 14 w 1461"/>
                <a:gd name="T49" fmla="*/ 424 h 1775"/>
                <a:gd name="T50" fmla="*/ 6 w 1461"/>
                <a:gd name="T51" fmla="*/ 365 h 1775"/>
                <a:gd name="T52" fmla="*/ 6 w 1461"/>
                <a:gd name="T53" fmla="*/ 72 h 1775"/>
                <a:gd name="T54" fmla="*/ 21 w 1461"/>
                <a:gd name="T55" fmla="*/ 7 h 1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461" h="1775">
                  <a:moveTo>
                    <a:pt x="21" y="7"/>
                  </a:moveTo>
                  <a:cubicBezTo>
                    <a:pt x="42" y="0"/>
                    <a:pt x="55" y="3"/>
                    <a:pt x="54" y="31"/>
                  </a:cubicBezTo>
                  <a:cubicBezTo>
                    <a:pt x="53" y="82"/>
                    <a:pt x="53" y="132"/>
                    <a:pt x="54" y="183"/>
                  </a:cubicBezTo>
                  <a:cubicBezTo>
                    <a:pt x="56" y="244"/>
                    <a:pt x="83" y="289"/>
                    <a:pt x="140" y="312"/>
                  </a:cubicBezTo>
                  <a:cubicBezTo>
                    <a:pt x="196" y="333"/>
                    <a:pt x="245" y="319"/>
                    <a:pt x="287" y="278"/>
                  </a:cubicBezTo>
                  <a:cubicBezTo>
                    <a:pt x="342" y="222"/>
                    <a:pt x="414" y="207"/>
                    <a:pt x="487" y="198"/>
                  </a:cubicBezTo>
                  <a:cubicBezTo>
                    <a:pt x="620" y="183"/>
                    <a:pt x="754" y="189"/>
                    <a:pt x="887" y="180"/>
                  </a:cubicBezTo>
                  <a:cubicBezTo>
                    <a:pt x="1038" y="170"/>
                    <a:pt x="1187" y="147"/>
                    <a:pt x="1325" y="79"/>
                  </a:cubicBezTo>
                  <a:cubicBezTo>
                    <a:pt x="1368" y="58"/>
                    <a:pt x="1407" y="32"/>
                    <a:pt x="1446" y="5"/>
                  </a:cubicBezTo>
                  <a:cubicBezTo>
                    <a:pt x="1461" y="11"/>
                    <a:pt x="1454" y="24"/>
                    <a:pt x="1454" y="33"/>
                  </a:cubicBezTo>
                  <a:cubicBezTo>
                    <a:pt x="1455" y="327"/>
                    <a:pt x="1456" y="621"/>
                    <a:pt x="1454" y="916"/>
                  </a:cubicBezTo>
                  <a:cubicBezTo>
                    <a:pt x="1450" y="1341"/>
                    <a:pt x="1180" y="1669"/>
                    <a:pt x="764" y="1756"/>
                  </a:cubicBezTo>
                  <a:cubicBezTo>
                    <a:pt x="704" y="1769"/>
                    <a:pt x="643" y="1775"/>
                    <a:pt x="581" y="1769"/>
                  </a:cubicBezTo>
                  <a:cubicBezTo>
                    <a:pt x="494" y="1757"/>
                    <a:pt x="427" y="1705"/>
                    <a:pt x="362" y="1653"/>
                  </a:cubicBezTo>
                  <a:cubicBezTo>
                    <a:pt x="191" y="1515"/>
                    <a:pt x="77" y="1339"/>
                    <a:pt x="32" y="1122"/>
                  </a:cubicBezTo>
                  <a:cubicBezTo>
                    <a:pt x="13" y="1029"/>
                    <a:pt x="6" y="935"/>
                    <a:pt x="8" y="840"/>
                  </a:cubicBezTo>
                  <a:cubicBezTo>
                    <a:pt x="10" y="753"/>
                    <a:pt x="0" y="666"/>
                    <a:pt x="15" y="579"/>
                  </a:cubicBezTo>
                  <a:cubicBezTo>
                    <a:pt x="38" y="549"/>
                    <a:pt x="73" y="546"/>
                    <a:pt x="106" y="545"/>
                  </a:cubicBezTo>
                  <a:cubicBezTo>
                    <a:pt x="167" y="543"/>
                    <a:pt x="228" y="539"/>
                    <a:pt x="289" y="550"/>
                  </a:cubicBezTo>
                  <a:cubicBezTo>
                    <a:pt x="300" y="551"/>
                    <a:pt x="311" y="552"/>
                    <a:pt x="321" y="551"/>
                  </a:cubicBezTo>
                  <a:cubicBezTo>
                    <a:pt x="349" y="549"/>
                    <a:pt x="369" y="537"/>
                    <a:pt x="373" y="508"/>
                  </a:cubicBezTo>
                  <a:cubicBezTo>
                    <a:pt x="376" y="480"/>
                    <a:pt x="364" y="460"/>
                    <a:pt x="338" y="449"/>
                  </a:cubicBezTo>
                  <a:cubicBezTo>
                    <a:pt x="308" y="437"/>
                    <a:pt x="276" y="433"/>
                    <a:pt x="244" y="433"/>
                  </a:cubicBezTo>
                  <a:cubicBezTo>
                    <a:pt x="183" y="432"/>
                    <a:pt x="121" y="429"/>
                    <a:pt x="60" y="436"/>
                  </a:cubicBezTo>
                  <a:cubicBezTo>
                    <a:pt x="43" y="438"/>
                    <a:pt x="26" y="440"/>
                    <a:pt x="14" y="424"/>
                  </a:cubicBezTo>
                  <a:cubicBezTo>
                    <a:pt x="5" y="405"/>
                    <a:pt x="6" y="385"/>
                    <a:pt x="6" y="365"/>
                  </a:cubicBezTo>
                  <a:cubicBezTo>
                    <a:pt x="6" y="267"/>
                    <a:pt x="6" y="170"/>
                    <a:pt x="6" y="72"/>
                  </a:cubicBezTo>
                  <a:cubicBezTo>
                    <a:pt x="6" y="49"/>
                    <a:pt x="3" y="25"/>
                    <a:pt x="21" y="7"/>
                  </a:cubicBezTo>
                  <a:close/>
                </a:path>
              </a:pathLst>
            </a:custGeom>
            <a:solidFill>
              <a:srgbClr val="FEED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xmlns="" id="{C3A07FDB-7032-4C57-80C9-92DBE5A0A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938" y="2082800"/>
              <a:ext cx="974725" cy="576263"/>
            </a:xfrm>
            <a:custGeom>
              <a:avLst/>
              <a:gdLst>
                <a:gd name="T0" fmla="*/ 1662 w 1838"/>
                <a:gd name="T1" fmla="*/ 895 h 1085"/>
                <a:gd name="T2" fmla="*/ 1153 w 1838"/>
                <a:gd name="T3" fmla="*/ 942 h 1085"/>
                <a:gd name="T4" fmla="*/ 805 w 1838"/>
                <a:gd name="T5" fmla="*/ 1003 h 1085"/>
                <a:gd name="T6" fmla="*/ 730 w 1838"/>
                <a:gd name="T7" fmla="*/ 1055 h 1085"/>
                <a:gd name="T8" fmla="*/ 664 w 1838"/>
                <a:gd name="T9" fmla="*/ 1072 h 1085"/>
                <a:gd name="T10" fmla="*/ 620 w 1838"/>
                <a:gd name="T11" fmla="*/ 1007 h 1085"/>
                <a:gd name="T12" fmla="*/ 620 w 1838"/>
                <a:gd name="T13" fmla="*/ 828 h 1085"/>
                <a:gd name="T14" fmla="*/ 549 w 1838"/>
                <a:gd name="T15" fmla="*/ 756 h 1085"/>
                <a:gd name="T16" fmla="*/ 210 w 1838"/>
                <a:gd name="T17" fmla="*/ 854 h 1085"/>
                <a:gd name="T18" fmla="*/ 156 w 1838"/>
                <a:gd name="T19" fmla="*/ 902 h 1085"/>
                <a:gd name="T20" fmla="*/ 68 w 1838"/>
                <a:gd name="T21" fmla="*/ 925 h 1085"/>
                <a:gd name="T22" fmla="*/ 4 w 1838"/>
                <a:gd name="T23" fmla="*/ 842 h 1085"/>
                <a:gd name="T24" fmla="*/ 5 w 1838"/>
                <a:gd name="T25" fmla="*/ 300 h 1085"/>
                <a:gd name="T26" fmla="*/ 40 w 1838"/>
                <a:gd name="T27" fmla="*/ 102 h 1085"/>
                <a:gd name="T28" fmla="*/ 339 w 1838"/>
                <a:gd name="T29" fmla="*/ 2 h 1085"/>
                <a:gd name="T30" fmla="*/ 1664 w 1838"/>
                <a:gd name="T31" fmla="*/ 1 h 1085"/>
                <a:gd name="T32" fmla="*/ 1763 w 1838"/>
                <a:gd name="T33" fmla="*/ 149 h 1085"/>
                <a:gd name="T34" fmla="*/ 1690 w 1838"/>
                <a:gd name="T35" fmla="*/ 322 h 1085"/>
                <a:gd name="T36" fmla="*/ 1778 w 1838"/>
                <a:gd name="T37" fmla="*/ 490 h 1085"/>
                <a:gd name="T38" fmla="*/ 1823 w 1838"/>
                <a:gd name="T39" fmla="*/ 567 h 1085"/>
                <a:gd name="T40" fmla="*/ 1662 w 1838"/>
                <a:gd name="T41" fmla="*/ 895 h 1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38" h="1085">
                  <a:moveTo>
                    <a:pt x="1662" y="895"/>
                  </a:moveTo>
                  <a:cubicBezTo>
                    <a:pt x="1494" y="932"/>
                    <a:pt x="1324" y="938"/>
                    <a:pt x="1153" y="942"/>
                  </a:cubicBezTo>
                  <a:cubicBezTo>
                    <a:pt x="1035" y="945"/>
                    <a:pt x="914" y="942"/>
                    <a:pt x="805" y="1003"/>
                  </a:cubicBezTo>
                  <a:cubicBezTo>
                    <a:pt x="778" y="1018"/>
                    <a:pt x="752" y="1033"/>
                    <a:pt x="730" y="1055"/>
                  </a:cubicBezTo>
                  <a:cubicBezTo>
                    <a:pt x="711" y="1072"/>
                    <a:pt x="691" y="1085"/>
                    <a:pt x="664" y="1072"/>
                  </a:cubicBezTo>
                  <a:cubicBezTo>
                    <a:pt x="636" y="1059"/>
                    <a:pt x="620" y="1038"/>
                    <a:pt x="620" y="1007"/>
                  </a:cubicBezTo>
                  <a:cubicBezTo>
                    <a:pt x="619" y="947"/>
                    <a:pt x="620" y="888"/>
                    <a:pt x="620" y="828"/>
                  </a:cubicBezTo>
                  <a:cubicBezTo>
                    <a:pt x="619" y="784"/>
                    <a:pt x="592" y="752"/>
                    <a:pt x="549" y="756"/>
                  </a:cubicBezTo>
                  <a:cubicBezTo>
                    <a:pt x="431" y="768"/>
                    <a:pt x="313" y="785"/>
                    <a:pt x="210" y="854"/>
                  </a:cubicBezTo>
                  <a:cubicBezTo>
                    <a:pt x="189" y="868"/>
                    <a:pt x="174" y="886"/>
                    <a:pt x="156" y="902"/>
                  </a:cubicBezTo>
                  <a:cubicBezTo>
                    <a:pt x="130" y="925"/>
                    <a:pt x="101" y="939"/>
                    <a:pt x="68" y="925"/>
                  </a:cubicBezTo>
                  <a:cubicBezTo>
                    <a:pt x="33" y="909"/>
                    <a:pt x="4" y="884"/>
                    <a:pt x="4" y="842"/>
                  </a:cubicBezTo>
                  <a:cubicBezTo>
                    <a:pt x="3" y="661"/>
                    <a:pt x="0" y="480"/>
                    <a:pt x="5" y="300"/>
                  </a:cubicBezTo>
                  <a:cubicBezTo>
                    <a:pt x="7" y="234"/>
                    <a:pt x="28" y="168"/>
                    <a:pt x="40" y="102"/>
                  </a:cubicBezTo>
                  <a:cubicBezTo>
                    <a:pt x="129" y="35"/>
                    <a:pt x="231" y="3"/>
                    <a:pt x="339" y="2"/>
                  </a:cubicBezTo>
                  <a:cubicBezTo>
                    <a:pt x="781" y="0"/>
                    <a:pt x="1222" y="1"/>
                    <a:pt x="1664" y="1"/>
                  </a:cubicBezTo>
                  <a:cubicBezTo>
                    <a:pt x="1742" y="2"/>
                    <a:pt x="1791" y="73"/>
                    <a:pt x="1763" y="149"/>
                  </a:cubicBezTo>
                  <a:cubicBezTo>
                    <a:pt x="1741" y="208"/>
                    <a:pt x="1714" y="264"/>
                    <a:pt x="1690" y="322"/>
                  </a:cubicBezTo>
                  <a:cubicBezTo>
                    <a:pt x="1652" y="415"/>
                    <a:pt x="1680" y="466"/>
                    <a:pt x="1778" y="490"/>
                  </a:cubicBezTo>
                  <a:cubicBezTo>
                    <a:pt x="1813" y="498"/>
                    <a:pt x="1838" y="532"/>
                    <a:pt x="1823" y="567"/>
                  </a:cubicBezTo>
                  <a:cubicBezTo>
                    <a:pt x="1775" y="679"/>
                    <a:pt x="1742" y="799"/>
                    <a:pt x="1662" y="895"/>
                  </a:cubicBezTo>
                  <a:close/>
                </a:path>
              </a:pathLst>
            </a:custGeom>
            <a:solidFill>
              <a:srgbClr val="776E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xmlns="" id="{797CB991-B067-4EE5-9C11-C58F98F2B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913" y="3702050"/>
              <a:ext cx="752475" cy="735013"/>
            </a:xfrm>
            <a:custGeom>
              <a:avLst/>
              <a:gdLst>
                <a:gd name="T0" fmla="*/ 799 w 1418"/>
                <a:gd name="T1" fmla="*/ 143 h 1383"/>
                <a:gd name="T2" fmla="*/ 1371 w 1418"/>
                <a:gd name="T3" fmla="*/ 895 h 1383"/>
                <a:gd name="T4" fmla="*/ 1400 w 1418"/>
                <a:gd name="T5" fmla="*/ 1217 h 1383"/>
                <a:gd name="T6" fmla="*/ 1221 w 1418"/>
                <a:gd name="T7" fmla="*/ 1380 h 1383"/>
                <a:gd name="T8" fmla="*/ 1161 w 1418"/>
                <a:gd name="T9" fmla="*/ 1382 h 1383"/>
                <a:gd name="T10" fmla="*/ 85 w 1418"/>
                <a:gd name="T11" fmla="*/ 1383 h 1383"/>
                <a:gd name="T12" fmla="*/ 38 w 1418"/>
                <a:gd name="T13" fmla="*/ 1337 h 1383"/>
                <a:gd name="T14" fmla="*/ 38 w 1418"/>
                <a:gd name="T15" fmla="*/ 1333 h 1383"/>
                <a:gd name="T16" fmla="*/ 187 w 1418"/>
                <a:gd name="T17" fmla="*/ 470 h 1383"/>
                <a:gd name="T18" fmla="*/ 317 w 1418"/>
                <a:gd name="T19" fmla="*/ 46 h 1383"/>
                <a:gd name="T20" fmla="*/ 376 w 1418"/>
                <a:gd name="T21" fmla="*/ 5 h 1383"/>
                <a:gd name="T22" fmla="*/ 629 w 1418"/>
                <a:gd name="T23" fmla="*/ 66 h 1383"/>
                <a:gd name="T24" fmla="*/ 660 w 1418"/>
                <a:gd name="T25" fmla="*/ 113 h 1383"/>
                <a:gd name="T26" fmla="*/ 660 w 1418"/>
                <a:gd name="T27" fmla="*/ 495 h 1383"/>
                <a:gd name="T28" fmla="*/ 632 w 1418"/>
                <a:gd name="T29" fmla="*/ 538 h 1383"/>
                <a:gd name="T30" fmla="*/ 456 w 1418"/>
                <a:gd name="T31" fmla="*/ 793 h 1383"/>
                <a:gd name="T32" fmla="*/ 456 w 1418"/>
                <a:gd name="T33" fmla="*/ 1125 h 1383"/>
                <a:gd name="T34" fmla="*/ 527 w 1418"/>
                <a:gd name="T35" fmla="*/ 1207 h 1383"/>
                <a:gd name="T36" fmla="*/ 595 w 1418"/>
                <a:gd name="T37" fmla="*/ 1125 h 1383"/>
                <a:gd name="T38" fmla="*/ 598 w 1418"/>
                <a:gd name="T39" fmla="*/ 776 h 1383"/>
                <a:gd name="T40" fmla="*/ 709 w 1418"/>
                <a:gd name="T41" fmla="*/ 660 h 1383"/>
                <a:gd name="T42" fmla="*/ 853 w 1418"/>
                <a:gd name="T43" fmla="*/ 744 h 1383"/>
                <a:gd name="T44" fmla="*/ 863 w 1418"/>
                <a:gd name="T45" fmla="*/ 816 h 1383"/>
                <a:gd name="T46" fmla="*/ 863 w 1418"/>
                <a:gd name="T47" fmla="*/ 1119 h 1383"/>
                <a:gd name="T48" fmla="*/ 933 w 1418"/>
                <a:gd name="T49" fmla="*/ 1207 h 1383"/>
                <a:gd name="T50" fmla="*/ 1002 w 1418"/>
                <a:gd name="T51" fmla="*/ 1117 h 1383"/>
                <a:gd name="T52" fmla="*/ 996 w 1418"/>
                <a:gd name="T53" fmla="*/ 750 h 1383"/>
                <a:gd name="T54" fmla="*/ 831 w 1418"/>
                <a:gd name="T55" fmla="*/ 541 h 1383"/>
                <a:gd name="T56" fmla="*/ 798 w 1418"/>
                <a:gd name="T57" fmla="*/ 491 h 1383"/>
                <a:gd name="T58" fmla="*/ 799 w 1418"/>
                <a:gd name="T59" fmla="*/ 143 h 1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8" h="1383">
                  <a:moveTo>
                    <a:pt x="799" y="143"/>
                  </a:moveTo>
                  <a:cubicBezTo>
                    <a:pt x="1097" y="320"/>
                    <a:pt x="1289" y="567"/>
                    <a:pt x="1371" y="895"/>
                  </a:cubicBezTo>
                  <a:cubicBezTo>
                    <a:pt x="1397" y="1000"/>
                    <a:pt x="1418" y="1108"/>
                    <a:pt x="1400" y="1217"/>
                  </a:cubicBezTo>
                  <a:cubicBezTo>
                    <a:pt x="1385" y="1308"/>
                    <a:pt x="1313" y="1372"/>
                    <a:pt x="1221" y="1380"/>
                  </a:cubicBezTo>
                  <a:cubicBezTo>
                    <a:pt x="1201" y="1381"/>
                    <a:pt x="1181" y="1382"/>
                    <a:pt x="1161" y="1382"/>
                  </a:cubicBezTo>
                  <a:cubicBezTo>
                    <a:pt x="803" y="1382"/>
                    <a:pt x="444" y="1382"/>
                    <a:pt x="85" y="1383"/>
                  </a:cubicBezTo>
                  <a:cubicBezTo>
                    <a:pt x="49" y="1383"/>
                    <a:pt x="30" y="1377"/>
                    <a:pt x="38" y="1337"/>
                  </a:cubicBezTo>
                  <a:cubicBezTo>
                    <a:pt x="38" y="1336"/>
                    <a:pt x="38" y="1334"/>
                    <a:pt x="38" y="1333"/>
                  </a:cubicBezTo>
                  <a:cubicBezTo>
                    <a:pt x="0" y="1030"/>
                    <a:pt x="97" y="751"/>
                    <a:pt x="187" y="470"/>
                  </a:cubicBezTo>
                  <a:cubicBezTo>
                    <a:pt x="233" y="329"/>
                    <a:pt x="275" y="188"/>
                    <a:pt x="317" y="46"/>
                  </a:cubicBezTo>
                  <a:cubicBezTo>
                    <a:pt x="327" y="13"/>
                    <a:pt x="338" y="0"/>
                    <a:pt x="376" y="5"/>
                  </a:cubicBezTo>
                  <a:cubicBezTo>
                    <a:pt x="462" y="18"/>
                    <a:pt x="546" y="39"/>
                    <a:pt x="629" y="66"/>
                  </a:cubicBezTo>
                  <a:cubicBezTo>
                    <a:pt x="654" y="74"/>
                    <a:pt x="660" y="88"/>
                    <a:pt x="660" y="113"/>
                  </a:cubicBezTo>
                  <a:cubicBezTo>
                    <a:pt x="659" y="240"/>
                    <a:pt x="659" y="367"/>
                    <a:pt x="660" y="495"/>
                  </a:cubicBezTo>
                  <a:cubicBezTo>
                    <a:pt x="660" y="517"/>
                    <a:pt x="655" y="529"/>
                    <a:pt x="632" y="538"/>
                  </a:cubicBezTo>
                  <a:cubicBezTo>
                    <a:pt x="518" y="584"/>
                    <a:pt x="460" y="672"/>
                    <a:pt x="456" y="793"/>
                  </a:cubicBezTo>
                  <a:cubicBezTo>
                    <a:pt x="453" y="904"/>
                    <a:pt x="455" y="1014"/>
                    <a:pt x="456" y="1125"/>
                  </a:cubicBezTo>
                  <a:cubicBezTo>
                    <a:pt x="456" y="1178"/>
                    <a:pt x="484" y="1208"/>
                    <a:pt x="527" y="1207"/>
                  </a:cubicBezTo>
                  <a:cubicBezTo>
                    <a:pt x="569" y="1206"/>
                    <a:pt x="594" y="1177"/>
                    <a:pt x="595" y="1125"/>
                  </a:cubicBezTo>
                  <a:cubicBezTo>
                    <a:pt x="596" y="1009"/>
                    <a:pt x="594" y="892"/>
                    <a:pt x="598" y="776"/>
                  </a:cubicBezTo>
                  <a:cubicBezTo>
                    <a:pt x="600" y="715"/>
                    <a:pt x="651" y="667"/>
                    <a:pt x="709" y="660"/>
                  </a:cubicBezTo>
                  <a:cubicBezTo>
                    <a:pt x="774" y="653"/>
                    <a:pt x="831" y="686"/>
                    <a:pt x="853" y="744"/>
                  </a:cubicBezTo>
                  <a:cubicBezTo>
                    <a:pt x="861" y="767"/>
                    <a:pt x="863" y="791"/>
                    <a:pt x="863" y="816"/>
                  </a:cubicBezTo>
                  <a:cubicBezTo>
                    <a:pt x="863" y="917"/>
                    <a:pt x="863" y="1018"/>
                    <a:pt x="863" y="1119"/>
                  </a:cubicBezTo>
                  <a:cubicBezTo>
                    <a:pt x="863" y="1178"/>
                    <a:pt x="888" y="1208"/>
                    <a:pt x="933" y="1207"/>
                  </a:cubicBezTo>
                  <a:cubicBezTo>
                    <a:pt x="977" y="1206"/>
                    <a:pt x="1003" y="1174"/>
                    <a:pt x="1002" y="1117"/>
                  </a:cubicBezTo>
                  <a:cubicBezTo>
                    <a:pt x="999" y="995"/>
                    <a:pt x="1011" y="872"/>
                    <a:pt x="996" y="750"/>
                  </a:cubicBezTo>
                  <a:cubicBezTo>
                    <a:pt x="983" y="649"/>
                    <a:pt x="924" y="579"/>
                    <a:pt x="831" y="541"/>
                  </a:cubicBezTo>
                  <a:cubicBezTo>
                    <a:pt x="805" y="531"/>
                    <a:pt x="798" y="518"/>
                    <a:pt x="798" y="491"/>
                  </a:cubicBezTo>
                  <a:cubicBezTo>
                    <a:pt x="800" y="378"/>
                    <a:pt x="799" y="265"/>
                    <a:pt x="799" y="143"/>
                  </a:cubicBezTo>
                  <a:close/>
                </a:path>
              </a:pathLst>
            </a:custGeom>
            <a:solidFill>
              <a:srgbClr val="FEF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88823109-60CC-4847-8871-F6A51B6AB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4313" y="3282950"/>
              <a:ext cx="620712" cy="793750"/>
            </a:xfrm>
            <a:custGeom>
              <a:avLst/>
              <a:gdLst>
                <a:gd name="T0" fmla="*/ 55 w 1170"/>
                <a:gd name="T1" fmla="*/ 412 h 1495"/>
                <a:gd name="T2" fmla="*/ 226 w 1170"/>
                <a:gd name="T3" fmla="*/ 133 h 1495"/>
                <a:gd name="T4" fmla="*/ 404 w 1170"/>
                <a:gd name="T5" fmla="*/ 6 h 1495"/>
                <a:gd name="T6" fmla="*/ 646 w 1170"/>
                <a:gd name="T7" fmla="*/ 13 h 1495"/>
                <a:gd name="T8" fmla="*/ 699 w 1170"/>
                <a:gd name="T9" fmla="*/ 68 h 1495"/>
                <a:gd name="T10" fmla="*/ 879 w 1170"/>
                <a:gd name="T11" fmla="*/ 403 h 1495"/>
                <a:gd name="T12" fmla="*/ 1125 w 1170"/>
                <a:gd name="T13" fmla="*/ 428 h 1495"/>
                <a:gd name="T14" fmla="*/ 1158 w 1170"/>
                <a:gd name="T15" fmla="*/ 558 h 1495"/>
                <a:gd name="T16" fmla="*/ 1158 w 1170"/>
                <a:gd name="T17" fmla="*/ 1062 h 1495"/>
                <a:gd name="T18" fmla="*/ 728 w 1170"/>
                <a:gd name="T19" fmla="*/ 1487 h 1495"/>
                <a:gd name="T20" fmla="*/ 297 w 1170"/>
                <a:gd name="T21" fmla="*/ 1490 h 1495"/>
                <a:gd name="T22" fmla="*/ 239 w 1170"/>
                <a:gd name="T23" fmla="*/ 1465 h 1495"/>
                <a:gd name="T24" fmla="*/ 6 w 1170"/>
                <a:gd name="T25" fmla="*/ 1016 h 1495"/>
                <a:gd name="T26" fmla="*/ 5 w 1170"/>
                <a:gd name="T27" fmla="*/ 714 h 1495"/>
                <a:gd name="T28" fmla="*/ 17 w 1170"/>
                <a:gd name="T29" fmla="*/ 666 h 1495"/>
                <a:gd name="T30" fmla="*/ 65 w 1170"/>
                <a:gd name="T31" fmla="*/ 654 h 1495"/>
                <a:gd name="T32" fmla="*/ 123 w 1170"/>
                <a:gd name="T33" fmla="*/ 594 h 1495"/>
                <a:gd name="T34" fmla="*/ 74 w 1170"/>
                <a:gd name="T35" fmla="*/ 526 h 1495"/>
                <a:gd name="T36" fmla="*/ 32 w 1170"/>
                <a:gd name="T37" fmla="*/ 511 h 1495"/>
                <a:gd name="T38" fmla="*/ 55 w 1170"/>
                <a:gd name="T39" fmla="*/ 412 h 1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70" h="1495">
                  <a:moveTo>
                    <a:pt x="55" y="412"/>
                  </a:moveTo>
                  <a:cubicBezTo>
                    <a:pt x="140" y="336"/>
                    <a:pt x="194" y="241"/>
                    <a:pt x="226" y="133"/>
                  </a:cubicBezTo>
                  <a:cubicBezTo>
                    <a:pt x="274" y="74"/>
                    <a:pt x="332" y="31"/>
                    <a:pt x="404" y="6"/>
                  </a:cubicBezTo>
                  <a:cubicBezTo>
                    <a:pt x="485" y="3"/>
                    <a:pt x="566" y="0"/>
                    <a:pt x="646" y="13"/>
                  </a:cubicBezTo>
                  <a:cubicBezTo>
                    <a:pt x="682" y="18"/>
                    <a:pt x="694" y="34"/>
                    <a:pt x="699" y="68"/>
                  </a:cubicBezTo>
                  <a:cubicBezTo>
                    <a:pt x="718" y="201"/>
                    <a:pt x="778" y="314"/>
                    <a:pt x="879" y="403"/>
                  </a:cubicBezTo>
                  <a:cubicBezTo>
                    <a:pt x="967" y="482"/>
                    <a:pt x="1022" y="488"/>
                    <a:pt x="1125" y="428"/>
                  </a:cubicBezTo>
                  <a:cubicBezTo>
                    <a:pt x="1145" y="469"/>
                    <a:pt x="1155" y="513"/>
                    <a:pt x="1158" y="558"/>
                  </a:cubicBezTo>
                  <a:cubicBezTo>
                    <a:pt x="1169" y="726"/>
                    <a:pt x="1170" y="894"/>
                    <a:pt x="1158" y="1062"/>
                  </a:cubicBezTo>
                  <a:cubicBezTo>
                    <a:pt x="1144" y="1278"/>
                    <a:pt x="941" y="1476"/>
                    <a:pt x="728" y="1487"/>
                  </a:cubicBezTo>
                  <a:cubicBezTo>
                    <a:pt x="584" y="1495"/>
                    <a:pt x="441" y="1489"/>
                    <a:pt x="297" y="1490"/>
                  </a:cubicBezTo>
                  <a:cubicBezTo>
                    <a:pt x="275" y="1490"/>
                    <a:pt x="257" y="1478"/>
                    <a:pt x="239" y="1465"/>
                  </a:cubicBezTo>
                  <a:cubicBezTo>
                    <a:pt x="91" y="1352"/>
                    <a:pt x="16" y="1200"/>
                    <a:pt x="6" y="1016"/>
                  </a:cubicBezTo>
                  <a:cubicBezTo>
                    <a:pt x="0" y="916"/>
                    <a:pt x="4" y="815"/>
                    <a:pt x="5" y="714"/>
                  </a:cubicBezTo>
                  <a:cubicBezTo>
                    <a:pt x="5" y="697"/>
                    <a:pt x="5" y="680"/>
                    <a:pt x="17" y="666"/>
                  </a:cubicBezTo>
                  <a:cubicBezTo>
                    <a:pt x="31" y="655"/>
                    <a:pt x="49" y="657"/>
                    <a:pt x="65" y="654"/>
                  </a:cubicBezTo>
                  <a:cubicBezTo>
                    <a:pt x="100" y="650"/>
                    <a:pt x="120" y="629"/>
                    <a:pt x="123" y="594"/>
                  </a:cubicBezTo>
                  <a:cubicBezTo>
                    <a:pt x="126" y="559"/>
                    <a:pt x="107" y="537"/>
                    <a:pt x="74" y="526"/>
                  </a:cubicBezTo>
                  <a:cubicBezTo>
                    <a:pt x="60" y="521"/>
                    <a:pt x="44" y="523"/>
                    <a:pt x="32" y="511"/>
                  </a:cubicBezTo>
                  <a:cubicBezTo>
                    <a:pt x="17" y="473"/>
                    <a:pt x="31" y="441"/>
                    <a:pt x="55" y="412"/>
                  </a:cubicBezTo>
                  <a:close/>
                </a:path>
              </a:pathLst>
            </a:custGeom>
            <a:solidFill>
              <a:srgbClr val="D293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xmlns="" id="{A7F21660-2E78-43BC-8844-A2AC52A26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5738" y="4116388"/>
              <a:ext cx="679450" cy="361950"/>
            </a:xfrm>
            <a:custGeom>
              <a:avLst/>
              <a:gdLst>
                <a:gd name="T0" fmla="*/ 981 w 1278"/>
                <a:gd name="T1" fmla="*/ 678 h 679"/>
                <a:gd name="T2" fmla="*/ 845 w 1278"/>
                <a:gd name="T3" fmla="*/ 679 h 679"/>
                <a:gd name="T4" fmla="*/ 760 w 1278"/>
                <a:gd name="T5" fmla="*/ 606 h 679"/>
                <a:gd name="T6" fmla="*/ 16 w 1278"/>
                <a:gd name="T7" fmla="*/ 605 h 679"/>
                <a:gd name="T8" fmla="*/ 5 w 1278"/>
                <a:gd name="T9" fmla="*/ 548 h 679"/>
                <a:gd name="T10" fmla="*/ 175 w 1278"/>
                <a:gd name="T11" fmla="*/ 95 h 679"/>
                <a:gd name="T12" fmla="*/ 256 w 1278"/>
                <a:gd name="T13" fmla="*/ 62 h 679"/>
                <a:gd name="T14" fmla="*/ 711 w 1278"/>
                <a:gd name="T15" fmla="*/ 64 h 679"/>
                <a:gd name="T16" fmla="*/ 974 w 1278"/>
                <a:gd name="T17" fmla="*/ 11 h 679"/>
                <a:gd name="T18" fmla="*/ 1028 w 1278"/>
                <a:gd name="T19" fmla="*/ 24 h 679"/>
                <a:gd name="T20" fmla="*/ 1274 w 1278"/>
                <a:gd name="T21" fmla="*/ 558 h 679"/>
                <a:gd name="T22" fmla="*/ 1229 w 1278"/>
                <a:gd name="T23" fmla="*/ 606 h 679"/>
                <a:gd name="T24" fmla="*/ 1068 w 1278"/>
                <a:gd name="T25" fmla="*/ 606 h 679"/>
                <a:gd name="T26" fmla="*/ 981 w 1278"/>
                <a:gd name="T27" fmla="*/ 678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78" h="679">
                  <a:moveTo>
                    <a:pt x="981" y="678"/>
                  </a:moveTo>
                  <a:cubicBezTo>
                    <a:pt x="935" y="678"/>
                    <a:pt x="890" y="678"/>
                    <a:pt x="845" y="679"/>
                  </a:cubicBezTo>
                  <a:cubicBezTo>
                    <a:pt x="836" y="624"/>
                    <a:pt x="816" y="606"/>
                    <a:pt x="760" y="606"/>
                  </a:cubicBezTo>
                  <a:cubicBezTo>
                    <a:pt x="512" y="606"/>
                    <a:pt x="264" y="605"/>
                    <a:pt x="16" y="605"/>
                  </a:cubicBezTo>
                  <a:cubicBezTo>
                    <a:pt x="0" y="588"/>
                    <a:pt x="3" y="568"/>
                    <a:pt x="5" y="548"/>
                  </a:cubicBezTo>
                  <a:cubicBezTo>
                    <a:pt x="26" y="384"/>
                    <a:pt x="82" y="232"/>
                    <a:pt x="175" y="95"/>
                  </a:cubicBezTo>
                  <a:cubicBezTo>
                    <a:pt x="196" y="64"/>
                    <a:pt x="220" y="51"/>
                    <a:pt x="256" y="62"/>
                  </a:cubicBezTo>
                  <a:cubicBezTo>
                    <a:pt x="408" y="63"/>
                    <a:pt x="560" y="62"/>
                    <a:pt x="711" y="64"/>
                  </a:cubicBezTo>
                  <a:cubicBezTo>
                    <a:pt x="803" y="64"/>
                    <a:pt x="891" y="49"/>
                    <a:pt x="974" y="11"/>
                  </a:cubicBezTo>
                  <a:cubicBezTo>
                    <a:pt x="999" y="0"/>
                    <a:pt x="1012" y="5"/>
                    <a:pt x="1028" y="24"/>
                  </a:cubicBezTo>
                  <a:cubicBezTo>
                    <a:pt x="1161" y="178"/>
                    <a:pt x="1246" y="355"/>
                    <a:pt x="1274" y="558"/>
                  </a:cubicBezTo>
                  <a:cubicBezTo>
                    <a:pt x="1278" y="592"/>
                    <a:pt x="1261" y="606"/>
                    <a:pt x="1229" y="606"/>
                  </a:cubicBezTo>
                  <a:cubicBezTo>
                    <a:pt x="1175" y="606"/>
                    <a:pt x="1122" y="606"/>
                    <a:pt x="1068" y="606"/>
                  </a:cubicBezTo>
                  <a:cubicBezTo>
                    <a:pt x="1011" y="606"/>
                    <a:pt x="993" y="621"/>
                    <a:pt x="981" y="678"/>
                  </a:cubicBezTo>
                  <a:close/>
                </a:path>
              </a:pathLst>
            </a:custGeom>
            <a:solidFill>
              <a:srgbClr val="C069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xmlns="" id="{C3D36368-F3D5-4AD7-AFE7-17AFA7A94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363" y="2690813"/>
              <a:ext cx="430212" cy="936625"/>
            </a:xfrm>
            <a:custGeom>
              <a:avLst/>
              <a:gdLst>
                <a:gd name="T0" fmla="*/ 250 w 810"/>
                <a:gd name="T1" fmla="*/ 0 h 1762"/>
                <a:gd name="T2" fmla="*/ 250 w 810"/>
                <a:gd name="T3" fmla="*/ 422 h 1762"/>
                <a:gd name="T4" fmla="*/ 221 w 810"/>
                <a:gd name="T5" fmla="*/ 445 h 1762"/>
                <a:gd name="T6" fmla="*/ 159 w 810"/>
                <a:gd name="T7" fmla="*/ 476 h 1762"/>
                <a:gd name="T8" fmla="*/ 140 w 810"/>
                <a:gd name="T9" fmla="*/ 548 h 1762"/>
                <a:gd name="T10" fmla="*/ 203 w 810"/>
                <a:gd name="T11" fmla="*/ 579 h 1762"/>
                <a:gd name="T12" fmla="*/ 248 w 810"/>
                <a:gd name="T13" fmla="*/ 574 h 1762"/>
                <a:gd name="T14" fmla="*/ 250 w 810"/>
                <a:gd name="T15" fmla="*/ 895 h 1762"/>
                <a:gd name="T16" fmla="*/ 354 w 810"/>
                <a:gd name="T17" fmla="*/ 1340 h 1762"/>
                <a:gd name="T18" fmla="*/ 777 w 810"/>
                <a:gd name="T19" fmla="*/ 1751 h 1762"/>
                <a:gd name="T20" fmla="*/ 810 w 810"/>
                <a:gd name="T21" fmla="*/ 1762 h 1762"/>
                <a:gd name="T22" fmla="*/ 56 w 810"/>
                <a:gd name="T23" fmla="*/ 1220 h 1762"/>
                <a:gd name="T24" fmla="*/ 2 w 810"/>
                <a:gd name="T25" fmla="*/ 938 h 1762"/>
                <a:gd name="T26" fmla="*/ 0 w 810"/>
                <a:gd name="T27" fmla="*/ 102 h 1762"/>
                <a:gd name="T28" fmla="*/ 37 w 810"/>
                <a:gd name="T29" fmla="*/ 48 h 1762"/>
                <a:gd name="T30" fmla="*/ 250 w 810"/>
                <a:gd name="T31" fmla="*/ 0 h 1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10" h="1762">
                  <a:moveTo>
                    <a:pt x="250" y="0"/>
                  </a:moveTo>
                  <a:cubicBezTo>
                    <a:pt x="250" y="140"/>
                    <a:pt x="250" y="281"/>
                    <a:pt x="250" y="422"/>
                  </a:cubicBezTo>
                  <a:cubicBezTo>
                    <a:pt x="250" y="442"/>
                    <a:pt x="232" y="440"/>
                    <a:pt x="221" y="445"/>
                  </a:cubicBezTo>
                  <a:cubicBezTo>
                    <a:pt x="200" y="454"/>
                    <a:pt x="179" y="463"/>
                    <a:pt x="159" y="476"/>
                  </a:cubicBezTo>
                  <a:cubicBezTo>
                    <a:pt x="133" y="494"/>
                    <a:pt x="127" y="520"/>
                    <a:pt x="140" y="548"/>
                  </a:cubicBezTo>
                  <a:cubicBezTo>
                    <a:pt x="152" y="575"/>
                    <a:pt x="173" y="586"/>
                    <a:pt x="203" y="579"/>
                  </a:cubicBezTo>
                  <a:cubicBezTo>
                    <a:pt x="218" y="576"/>
                    <a:pt x="232" y="567"/>
                    <a:pt x="248" y="574"/>
                  </a:cubicBezTo>
                  <a:cubicBezTo>
                    <a:pt x="248" y="681"/>
                    <a:pt x="247" y="788"/>
                    <a:pt x="250" y="895"/>
                  </a:cubicBezTo>
                  <a:cubicBezTo>
                    <a:pt x="255" y="1050"/>
                    <a:pt x="280" y="1200"/>
                    <a:pt x="354" y="1340"/>
                  </a:cubicBezTo>
                  <a:cubicBezTo>
                    <a:pt x="451" y="1523"/>
                    <a:pt x="596" y="1654"/>
                    <a:pt x="777" y="1751"/>
                  </a:cubicBezTo>
                  <a:cubicBezTo>
                    <a:pt x="787" y="1757"/>
                    <a:pt x="802" y="1751"/>
                    <a:pt x="810" y="1762"/>
                  </a:cubicBezTo>
                  <a:cubicBezTo>
                    <a:pt x="503" y="1755"/>
                    <a:pt x="182" y="1555"/>
                    <a:pt x="56" y="1220"/>
                  </a:cubicBezTo>
                  <a:cubicBezTo>
                    <a:pt x="21" y="1129"/>
                    <a:pt x="2" y="1035"/>
                    <a:pt x="2" y="938"/>
                  </a:cubicBezTo>
                  <a:cubicBezTo>
                    <a:pt x="1" y="659"/>
                    <a:pt x="2" y="380"/>
                    <a:pt x="0" y="102"/>
                  </a:cubicBezTo>
                  <a:cubicBezTo>
                    <a:pt x="0" y="72"/>
                    <a:pt x="11" y="58"/>
                    <a:pt x="37" y="48"/>
                  </a:cubicBezTo>
                  <a:cubicBezTo>
                    <a:pt x="105" y="20"/>
                    <a:pt x="176" y="4"/>
                    <a:pt x="250" y="0"/>
                  </a:cubicBezTo>
                  <a:close/>
                </a:path>
              </a:pathLst>
            </a:custGeom>
            <a:solidFill>
              <a:srgbClr val="FCD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D63E186A-37CA-432A-9C8F-2C3239EC0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75" y="3783013"/>
              <a:ext cx="323850" cy="655638"/>
            </a:xfrm>
            <a:custGeom>
              <a:avLst/>
              <a:gdLst>
                <a:gd name="T0" fmla="*/ 610 w 610"/>
                <a:gd name="T1" fmla="*/ 160 h 1235"/>
                <a:gd name="T2" fmla="*/ 345 w 610"/>
                <a:gd name="T3" fmla="*/ 566 h 1235"/>
                <a:gd name="T4" fmla="*/ 262 w 610"/>
                <a:gd name="T5" fmla="*/ 1061 h 1235"/>
                <a:gd name="T6" fmla="*/ 313 w 610"/>
                <a:gd name="T7" fmla="*/ 1190 h 1235"/>
                <a:gd name="T8" fmla="*/ 345 w 610"/>
                <a:gd name="T9" fmla="*/ 1235 h 1235"/>
                <a:gd name="T10" fmla="*/ 221 w 610"/>
                <a:gd name="T11" fmla="*/ 1231 h 1235"/>
                <a:gd name="T12" fmla="*/ 5 w 610"/>
                <a:gd name="T13" fmla="*/ 1006 h 1235"/>
                <a:gd name="T14" fmla="*/ 569 w 610"/>
                <a:gd name="T15" fmla="*/ 19 h 1235"/>
                <a:gd name="T16" fmla="*/ 610 w 610"/>
                <a:gd name="T17" fmla="*/ 0 h 1235"/>
                <a:gd name="T18" fmla="*/ 610 w 610"/>
                <a:gd name="T19" fmla="*/ 160 h 1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0" h="1235">
                  <a:moveTo>
                    <a:pt x="610" y="160"/>
                  </a:moveTo>
                  <a:cubicBezTo>
                    <a:pt x="491" y="275"/>
                    <a:pt x="407" y="413"/>
                    <a:pt x="345" y="566"/>
                  </a:cubicBezTo>
                  <a:cubicBezTo>
                    <a:pt x="281" y="724"/>
                    <a:pt x="254" y="890"/>
                    <a:pt x="262" y="1061"/>
                  </a:cubicBezTo>
                  <a:cubicBezTo>
                    <a:pt x="264" y="1110"/>
                    <a:pt x="284" y="1152"/>
                    <a:pt x="313" y="1190"/>
                  </a:cubicBezTo>
                  <a:cubicBezTo>
                    <a:pt x="324" y="1204"/>
                    <a:pt x="337" y="1218"/>
                    <a:pt x="345" y="1235"/>
                  </a:cubicBezTo>
                  <a:cubicBezTo>
                    <a:pt x="303" y="1233"/>
                    <a:pt x="262" y="1232"/>
                    <a:pt x="221" y="1231"/>
                  </a:cubicBezTo>
                  <a:cubicBezTo>
                    <a:pt x="85" y="1227"/>
                    <a:pt x="0" y="1142"/>
                    <a:pt x="5" y="1006"/>
                  </a:cubicBezTo>
                  <a:cubicBezTo>
                    <a:pt x="22" y="581"/>
                    <a:pt x="209" y="250"/>
                    <a:pt x="569" y="19"/>
                  </a:cubicBezTo>
                  <a:cubicBezTo>
                    <a:pt x="581" y="11"/>
                    <a:pt x="593" y="1"/>
                    <a:pt x="610" y="0"/>
                  </a:cubicBezTo>
                  <a:cubicBezTo>
                    <a:pt x="610" y="54"/>
                    <a:pt x="610" y="107"/>
                    <a:pt x="610" y="160"/>
                  </a:cubicBezTo>
                  <a:close/>
                </a:path>
              </a:pathLst>
            </a:custGeom>
            <a:solidFill>
              <a:srgbClr val="EADF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xmlns="" id="{F6A2ECB1-31E4-467F-9A22-BB036CBC4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0488" y="3502025"/>
              <a:ext cx="509587" cy="585788"/>
            </a:xfrm>
            <a:custGeom>
              <a:avLst/>
              <a:gdLst>
                <a:gd name="T0" fmla="*/ 287 w 960"/>
                <a:gd name="T1" fmla="*/ 0 h 1104"/>
                <a:gd name="T2" fmla="*/ 268 w 960"/>
                <a:gd name="T3" fmla="*/ 98 h 1104"/>
                <a:gd name="T4" fmla="*/ 253 w 960"/>
                <a:gd name="T5" fmla="*/ 120 h 1104"/>
                <a:gd name="T6" fmla="*/ 248 w 960"/>
                <a:gd name="T7" fmla="*/ 231 h 1104"/>
                <a:gd name="T8" fmla="*/ 261 w 960"/>
                <a:gd name="T9" fmla="*/ 254 h 1104"/>
                <a:gd name="T10" fmla="*/ 250 w 960"/>
                <a:gd name="T11" fmla="*/ 296 h 1104"/>
                <a:gd name="T12" fmla="*/ 251 w 960"/>
                <a:gd name="T13" fmla="*/ 603 h 1104"/>
                <a:gd name="T14" fmla="*/ 501 w 960"/>
                <a:gd name="T15" fmla="*/ 1058 h 1104"/>
                <a:gd name="T16" fmla="*/ 561 w 960"/>
                <a:gd name="T17" fmla="*/ 1074 h 1104"/>
                <a:gd name="T18" fmla="*/ 960 w 960"/>
                <a:gd name="T19" fmla="*/ 1075 h 1104"/>
                <a:gd name="T20" fmla="*/ 379 w 960"/>
                <a:gd name="T21" fmla="*/ 1065 h 1104"/>
                <a:gd name="T22" fmla="*/ 1 w 960"/>
                <a:gd name="T23" fmla="*/ 587 h 1104"/>
                <a:gd name="T24" fmla="*/ 2 w 960"/>
                <a:gd name="T25" fmla="*/ 205 h 1104"/>
                <a:gd name="T26" fmla="*/ 40 w 960"/>
                <a:gd name="T27" fmla="*/ 9 h 1104"/>
                <a:gd name="T28" fmla="*/ 287 w 960"/>
                <a:gd name="T29" fmla="*/ 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0" h="1104">
                  <a:moveTo>
                    <a:pt x="287" y="0"/>
                  </a:moveTo>
                  <a:cubicBezTo>
                    <a:pt x="279" y="32"/>
                    <a:pt x="265" y="64"/>
                    <a:pt x="268" y="98"/>
                  </a:cubicBezTo>
                  <a:cubicBezTo>
                    <a:pt x="267" y="108"/>
                    <a:pt x="259" y="113"/>
                    <a:pt x="253" y="120"/>
                  </a:cubicBezTo>
                  <a:cubicBezTo>
                    <a:pt x="216" y="158"/>
                    <a:pt x="214" y="190"/>
                    <a:pt x="248" y="231"/>
                  </a:cubicBezTo>
                  <a:cubicBezTo>
                    <a:pt x="254" y="238"/>
                    <a:pt x="261" y="244"/>
                    <a:pt x="261" y="254"/>
                  </a:cubicBezTo>
                  <a:cubicBezTo>
                    <a:pt x="245" y="265"/>
                    <a:pt x="250" y="282"/>
                    <a:pt x="250" y="296"/>
                  </a:cubicBezTo>
                  <a:cubicBezTo>
                    <a:pt x="250" y="399"/>
                    <a:pt x="245" y="501"/>
                    <a:pt x="251" y="603"/>
                  </a:cubicBezTo>
                  <a:cubicBezTo>
                    <a:pt x="262" y="794"/>
                    <a:pt x="342" y="948"/>
                    <a:pt x="501" y="1058"/>
                  </a:cubicBezTo>
                  <a:cubicBezTo>
                    <a:pt x="520" y="1071"/>
                    <a:pt x="539" y="1074"/>
                    <a:pt x="561" y="1074"/>
                  </a:cubicBezTo>
                  <a:cubicBezTo>
                    <a:pt x="694" y="1074"/>
                    <a:pt x="827" y="1075"/>
                    <a:pt x="960" y="1075"/>
                  </a:cubicBezTo>
                  <a:cubicBezTo>
                    <a:pt x="766" y="1086"/>
                    <a:pt x="570" y="1104"/>
                    <a:pt x="379" y="1065"/>
                  </a:cubicBezTo>
                  <a:cubicBezTo>
                    <a:pt x="149" y="1019"/>
                    <a:pt x="2" y="822"/>
                    <a:pt x="1" y="587"/>
                  </a:cubicBezTo>
                  <a:cubicBezTo>
                    <a:pt x="1" y="460"/>
                    <a:pt x="0" y="333"/>
                    <a:pt x="2" y="205"/>
                  </a:cubicBezTo>
                  <a:cubicBezTo>
                    <a:pt x="2" y="138"/>
                    <a:pt x="13" y="72"/>
                    <a:pt x="40" y="9"/>
                  </a:cubicBezTo>
                  <a:cubicBezTo>
                    <a:pt x="147" y="75"/>
                    <a:pt x="183" y="74"/>
                    <a:pt x="287" y="0"/>
                  </a:cubicBezTo>
                  <a:close/>
                </a:path>
              </a:pathLst>
            </a:custGeom>
            <a:solidFill>
              <a:srgbClr val="C97E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xmlns="" id="{218B9785-7475-491B-8F35-CCCBC52BC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800" y="3686175"/>
              <a:ext cx="242887" cy="395288"/>
            </a:xfrm>
            <a:custGeom>
              <a:avLst/>
              <a:gdLst>
                <a:gd name="T0" fmla="*/ 456 w 456"/>
                <a:gd name="T1" fmla="*/ 0 h 743"/>
                <a:gd name="T2" fmla="*/ 228 w 456"/>
                <a:gd name="T3" fmla="*/ 743 h 743"/>
                <a:gd name="T4" fmla="*/ 0 w 456"/>
                <a:gd name="T5" fmla="*/ 1 h 743"/>
                <a:gd name="T6" fmla="*/ 456 w 456"/>
                <a:gd name="T7" fmla="*/ 0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6" h="743">
                  <a:moveTo>
                    <a:pt x="456" y="0"/>
                  </a:moveTo>
                  <a:cubicBezTo>
                    <a:pt x="380" y="248"/>
                    <a:pt x="306" y="490"/>
                    <a:pt x="228" y="743"/>
                  </a:cubicBezTo>
                  <a:cubicBezTo>
                    <a:pt x="151" y="491"/>
                    <a:pt x="77" y="250"/>
                    <a:pt x="0" y="1"/>
                  </a:cubicBezTo>
                  <a:cubicBezTo>
                    <a:pt x="153" y="34"/>
                    <a:pt x="300" y="37"/>
                    <a:pt x="456" y="0"/>
                  </a:cubicBezTo>
                  <a:close/>
                </a:path>
              </a:pathLst>
            </a:custGeom>
            <a:solidFill>
              <a:srgbClr val="FCD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1D871A55-ED15-407B-B002-13B0391BE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463" y="3206750"/>
              <a:ext cx="200025" cy="250825"/>
            </a:xfrm>
            <a:custGeom>
              <a:avLst/>
              <a:gdLst>
                <a:gd name="T0" fmla="*/ 0 w 375"/>
                <a:gd name="T1" fmla="*/ 79 h 472"/>
                <a:gd name="T2" fmla="*/ 78 w 375"/>
                <a:gd name="T3" fmla="*/ 1 h 472"/>
                <a:gd name="T4" fmla="*/ 321 w 375"/>
                <a:gd name="T5" fmla="*/ 0 h 472"/>
                <a:gd name="T6" fmla="*/ 361 w 375"/>
                <a:gd name="T7" fmla="*/ 38 h 472"/>
                <a:gd name="T8" fmla="*/ 224 w 375"/>
                <a:gd name="T9" fmla="*/ 447 h 472"/>
                <a:gd name="T10" fmla="*/ 151 w 375"/>
                <a:gd name="T11" fmla="*/ 448 h 472"/>
                <a:gd name="T12" fmla="*/ 0 w 375"/>
                <a:gd name="T13" fmla="*/ 79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5" h="472">
                  <a:moveTo>
                    <a:pt x="0" y="79"/>
                  </a:moveTo>
                  <a:cubicBezTo>
                    <a:pt x="0" y="1"/>
                    <a:pt x="0" y="1"/>
                    <a:pt x="78" y="1"/>
                  </a:cubicBezTo>
                  <a:cubicBezTo>
                    <a:pt x="159" y="1"/>
                    <a:pt x="240" y="2"/>
                    <a:pt x="321" y="0"/>
                  </a:cubicBezTo>
                  <a:cubicBezTo>
                    <a:pt x="351" y="0"/>
                    <a:pt x="358" y="9"/>
                    <a:pt x="361" y="38"/>
                  </a:cubicBezTo>
                  <a:cubicBezTo>
                    <a:pt x="375" y="195"/>
                    <a:pt x="347" y="336"/>
                    <a:pt x="224" y="447"/>
                  </a:cubicBezTo>
                  <a:cubicBezTo>
                    <a:pt x="197" y="472"/>
                    <a:pt x="177" y="471"/>
                    <a:pt x="151" y="448"/>
                  </a:cubicBezTo>
                  <a:cubicBezTo>
                    <a:pt x="38" y="350"/>
                    <a:pt x="2" y="222"/>
                    <a:pt x="0" y="79"/>
                  </a:cubicBezTo>
                  <a:close/>
                </a:path>
              </a:pathLst>
            </a:custGeom>
            <a:solidFill>
              <a:srgbClr val="AE59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xmlns="" id="{20026869-FBAB-4107-8D64-1345043D6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200" y="3206750"/>
              <a:ext cx="195262" cy="252413"/>
            </a:xfrm>
            <a:custGeom>
              <a:avLst/>
              <a:gdLst>
                <a:gd name="T0" fmla="*/ 184 w 369"/>
                <a:gd name="T1" fmla="*/ 1 h 474"/>
                <a:gd name="T2" fmla="*/ 331 w 369"/>
                <a:gd name="T3" fmla="*/ 1 h 474"/>
                <a:gd name="T4" fmla="*/ 362 w 369"/>
                <a:gd name="T5" fmla="*/ 23 h 474"/>
                <a:gd name="T6" fmla="*/ 333 w 369"/>
                <a:gd name="T7" fmla="*/ 295 h 474"/>
                <a:gd name="T8" fmla="*/ 219 w 369"/>
                <a:gd name="T9" fmla="*/ 453 h 474"/>
                <a:gd name="T10" fmla="*/ 155 w 369"/>
                <a:gd name="T11" fmla="*/ 451 h 474"/>
                <a:gd name="T12" fmla="*/ 12 w 369"/>
                <a:gd name="T13" fmla="*/ 202 h 474"/>
                <a:gd name="T14" fmla="*/ 2 w 369"/>
                <a:gd name="T15" fmla="*/ 33 h 474"/>
                <a:gd name="T16" fmla="*/ 37 w 369"/>
                <a:gd name="T17" fmla="*/ 1 h 474"/>
                <a:gd name="T18" fmla="*/ 184 w 369"/>
                <a:gd name="T19" fmla="*/ 1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9" h="474">
                  <a:moveTo>
                    <a:pt x="184" y="1"/>
                  </a:moveTo>
                  <a:cubicBezTo>
                    <a:pt x="233" y="1"/>
                    <a:pt x="282" y="1"/>
                    <a:pt x="331" y="1"/>
                  </a:cubicBezTo>
                  <a:cubicBezTo>
                    <a:pt x="347" y="1"/>
                    <a:pt x="361" y="0"/>
                    <a:pt x="362" y="23"/>
                  </a:cubicBezTo>
                  <a:cubicBezTo>
                    <a:pt x="364" y="115"/>
                    <a:pt x="369" y="207"/>
                    <a:pt x="333" y="295"/>
                  </a:cubicBezTo>
                  <a:cubicBezTo>
                    <a:pt x="308" y="357"/>
                    <a:pt x="268" y="407"/>
                    <a:pt x="219" y="453"/>
                  </a:cubicBezTo>
                  <a:cubicBezTo>
                    <a:pt x="195" y="474"/>
                    <a:pt x="177" y="470"/>
                    <a:pt x="155" y="451"/>
                  </a:cubicBezTo>
                  <a:cubicBezTo>
                    <a:pt x="78" y="385"/>
                    <a:pt x="33" y="301"/>
                    <a:pt x="12" y="202"/>
                  </a:cubicBezTo>
                  <a:cubicBezTo>
                    <a:pt x="0" y="146"/>
                    <a:pt x="4" y="90"/>
                    <a:pt x="2" y="33"/>
                  </a:cubicBezTo>
                  <a:cubicBezTo>
                    <a:pt x="1" y="6"/>
                    <a:pt x="12" y="0"/>
                    <a:pt x="37" y="1"/>
                  </a:cubicBezTo>
                  <a:cubicBezTo>
                    <a:pt x="86" y="2"/>
                    <a:pt x="135" y="1"/>
                    <a:pt x="184" y="1"/>
                  </a:cubicBezTo>
                  <a:close/>
                </a:path>
              </a:pathLst>
            </a:custGeom>
            <a:solidFill>
              <a:srgbClr val="AE59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xmlns="" id="{2F151C40-D94C-4828-94E6-DA9471408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4138" y="4114800"/>
              <a:ext cx="238125" cy="323850"/>
            </a:xfrm>
            <a:custGeom>
              <a:avLst/>
              <a:gdLst>
                <a:gd name="T0" fmla="*/ 448 w 448"/>
                <a:gd name="T1" fmla="*/ 66 h 609"/>
                <a:gd name="T2" fmla="*/ 378 w 448"/>
                <a:gd name="T3" fmla="*/ 104 h 609"/>
                <a:gd name="T4" fmla="*/ 208 w 448"/>
                <a:gd name="T5" fmla="*/ 609 h 609"/>
                <a:gd name="T6" fmla="*/ 0 w 448"/>
                <a:gd name="T7" fmla="*/ 609 h 609"/>
                <a:gd name="T8" fmla="*/ 61 w 448"/>
                <a:gd name="T9" fmla="*/ 269 h 609"/>
                <a:gd name="T10" fmla="*/ 72 w 448"/>
                <a:gd name="T11" fmla="*/ 212 h 609"/>
                <a:gd name="T12" fmla="*/ 209 w 448"/>
                <a:gd name="T13" fmla="*/ 23 h 609"/>
                <a:gd name="T14" fmla="*/ 238 w 448"/>
                <a:gd name="T15" fmla="*/ 9 h 609"/>
                <a:gd name="T16" fmla="*/ 448 w 448"/>
                <a:gd name="T17" fmla="*/ 66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8" h="609">
                  <a:moveTo>
                    <a:pt x="448" y="66"/>
                  </a:moveTo>
                  <a:cubicBezTo>
                    <a:pt x="416" y="63"/>
                    <a:pt x="396" y="76"/>
                    <a:pt x="378" y="104"/>
                  </a:cubicBezTo>
                  <a:cubicBezTo>
                    <a:pt x="277" y="258"/>
                    <a:pt x="213" y="423"/>
                    <a:pt x="208" y="609"/>
                  </a:cubicBezTo>
                  <a:cubicBezTo>
                    <a:pt x="140" y="609"/>
                    <a:pt x="73" y="609"/>
                    <a:pt x="0" y="609"/>
                  </a:cubicBezTo>
                  <a:cubicBezTo>
                    <a:pt x="73" y="503"/>
                    <a:pt x="80" y="388"/>
                    <a:pt x="61" y="269"/>
                  </a:cubicBezTo>
                  <a:cubicBezTo>
                    <a:pt x="58" y="249"/>
                    <a:pt x="61" y="230"/>
                    <a:pt x="72" y="212"/>
                  </a:cubicBezTo>
                  <a:cubicBezTo>
                    <a:pt x="111" y="144"/>
                    <a:pt x="155" y="80"/>
                    <a:pt x="209" y="23"/>
                  </a:cubicBezTo>
                  <a:cubicBezTo>
                    <a:pt x="217" y="14"/>
                    <a:pt x="221" y="0"/>
                    <a:pt x="238" y="9"/>
                  </a:cubicBezTo>
                  <a:cubicBezTo>
                    <a:pt x="304" y="43"/>
                    <a:pt x="376" y="54"/>
                    <a:pt x="448" y="66"/>
                  </a:cubicBezTo>
                  <a:close/>
                </a:path>
              </a:pathLst>
            </a:custGeom>
            <a:solidFill>
              <a:srgbClr val="AE59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53ADE4E9-A5AA-4E7D-AF5E-8C0C6BE01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4913" y="2908300"/>
              <a:ext cx="98425" cy="276225"/>
            </a:xfrm>
            <a:custGeom>
              <a:avLst/>
              <a:gdLst>
                <a:gd name="T0" fmla="*/ 186 w 186"/>
                <a:gd name="T1" fmla="*/ 521 h 521"/>
                <a:gd name="T2" fmla="*/ 2 w 186"/>
                <a:gd name="T3" fmla="*/ 253 h 521"/>
                <a:gd name="T4" fmla="*/ 184 w 186"/>
                <a:gd name="T5" fmla="*/ 0 h 521"/>
                <a:gd name="T6" fmla="*/ 186 w 186"/>
                <a:gd name="T7" fmla="*/ 13 h 521"/>
                <a:gd name="T8" fmla="*/ 186 w 186"/>
                <a:gd name="T9" fmla="*/ 521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521">
                  <a:moveTo>
                    <a:pt x="186" y="521"/>
                  </a:moveTo>
                  <a:cubicBezTo>
                    <a:pt x="72" y="487"/>
                    <a:pt x="0" y="381"/>
                    <a:pt x="2" y="253"/>
                  </a:cubicBezTo>
                  <a:cubicBezTo>
                    <a:pt x="3" y="135"/>
                    <a:pt x="79" y="29"/>
                    <a:pt x="184" y="0"/>
                  </a:cubicBezTo>
                  <a:cubicBezTo>
                    <a:pt x="184" y="4"/>
                    <a:pt x="186" y="9"/>
                    <a:pt x="186" y="13"/>
                  </a:cubicBezTo>
                  <a:cubicBezTo>
                    <a:pt x="186" y="181"/>
                    <a:pt x="186" y="349"/>
                    <a:pt x="186" y="521"/>
                  </a:cubicBezTo>
                  <a:close/>
                </a:path>
              </a:pathLst>
            </a:custGeom>
            <a:solidFill>
              <a:srgbClr val="FACC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xmlns="" id="{34D097B9-5005-4819-BCAC-C1E944675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738" y="2908300"/>
              <a:ext cx="96837" cy="276225"/>
            </a:xfrm>
            <a:custGeom>
              <a:avLst/>
              <a:gdLst>
                <a:gd name="T0" fmla="*/ 0 w 183"/>
                <a:gd name="T1" fmla="*/ 0 h 520"/>
                <a:gd name="T2" fmla="*/ 182 w 183"/>
                <a:gd name="T3" fmla="*/ 255 h 520"/>
                <a:gd name="T4" fmla="*/ 0 w 183"/>
                <a:gd name="T5" fmla="*/ 520 h 520"/>
                <a:gd name="T6" fmla="*/ 0 w 183"/>
                <a:gd name="T7" fmla="*/ 0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3" h="520">
                  <a:moveTo>
                    <a:pt x="0" y="0"/>
                  </a:moveTo>
                  <a:cubicBezTo>
                    <a:pt x="105" y="32"/>
                    <a:pt x="180" y="138"/>
                    <a:pt x="182" y="255"/>
                  </a:cubicBezTo>
                  <a:cubicBezTo>
                    <a:pt x="183" y="379"/>
                    <a:pt x="110" y="486"/>
                    <a:pt x="0" y="520"/>
                  </a:cubicBezTo>
                  <a:cubicBezTo>
                    <a:pt x="0" y="348"/>
                    <a:pt x="0" y="176"/>
                    <a:pt x="0" y="0"/>
                  </a:cubicBezTo>
                  <a:close/>
                </a:path>
              </a:pathLst>
            </a:custGeom>
            <a:solidFill>
              <a:srgbClr val="FACC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xmlns="" id="{27BE6284-074C-4B73-AACF-BD8B9DF57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438" y="4106863"/>
              <a:ext cx="153987" cy="155575"/>
            </a:xfrm>
            <a:custGeom>
              <a:avLst/>
              <a:gdLst>
                <a:gd name="T0" fmla="*/ 288 w 288"/>
                <a:gd name="T1" fmla="*/ 148 h 292"/>
                <a:gd name="T2" fmla="*/ 145 w 288"/>
                <a:gd name="T3" fmla="*/ 292 h 292"/>
                <a:gd name="T4" fmla="*/ 1 w 288"/>
                <a:gd name="T5" fmla="*/ 144 h 292"/>
                <a:gd name="T6" fmla="*/ 145 w 288"/>
                <a:gd name="T7" fmla="*/ 0 h 292"/>
                <a:gd name="T8" fmla="*/ 288 w 288"/>
                <a:gd name="T9" fmla="*/ 148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8" h="292">
                  <a:moveTo>
                    <a:pt x="288" y="148"/>
                  </a:moveTo>
                  <a:cubicBezTo>
                    <a:pt x="287" y="226"/>
                    <a:pt x="223" y="291"/>
                    <a:pt x="145" y="292"/>
                  </a:cubicBezTo>
                  <a:cubicBezTo>
                    <a:pt x="68" y="292"/>
                    <a:pt x="0" y="223"/>
                    <a:pt x="1" y="144"/>
                  </a:cubicBezTo>
                  <a:cubicBezTo>
                    <a:pt x="2" y="67"/>
                    <a:pt x="68" y="0"/>
                    <a:pt x="145" y="0"/>
                  </a:cubicBezTo>
                  <a:cubicBezTo>
                    <a:pt x="223" y="0"/>
                    <a:pt x="288" y="67"/>
                    <a:pt x="288" y="148"/>
                  </a:cubicBezTo>
                  <a:close/>
                </a:path>
              </a:pathLst>
            </a:custGeom>
            <a:solidFill>
              <a:srgbClr val="776E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3DCAA483-E543-4112-919F-85D366CAD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975" y="3705225"/>
              <a:ext cx="165100" cy="333375"/>
            </a:xfrm>
            <a:custGeom>
              <a:avLst/>
              <a:gdLst>
                <a:gd name="T0" fmla="*/ 311 w 311"/>
                <a:gd name="T1" fmla="*/ 0 h 625"/>
                <a:gd name="T2" fmla="*/ 85 w 311"/>
                <a:gd name="T3" fmla="*/ 121 h 625"/>
                <a:gd name="T4" fmla="*/ 15 w 311"/>
                <a:gd name="T5" fmla="*/ 239 h 625"/>
                <a:gd name="T6" fmla="*/ 17 w 311"/>
                <a:gd name="T7" fmla="*/ 625 h 625"/>
                <a:gd name="T8" fmla="*/ 9 w 311"/>
                <a:gd name="T9" fmla="*/ 588 h 625"/>
                <a:gd name="T10" fmla="*/ 8 w 311"/>
                <a:gd name="T11" fmla="*/ 111 h 625"/>
                <a:gd name="T12" fmla="*/ 44 w 311"/>
                <a:gd name="T13" fmla="*/ 57 h 625"/>
                <a:gd name="T14" fmla="*/ 311 w 311"/>
                <a:gd name="T15" fmla="*/ 0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1" h="625">
                  <a:moveTo>
                    <a:pt x="311" y="0"/>
                  </a:moveTo>
                  <a:cubicBezTo>
                    <a:pt x="236" y="42"/>
                    <a:pt x="157" y="74"/>
                    <a:pt x="85" y="121"/>
                  </a:cubicBezTo>
                  <a:cubicBezTo>
                    <a:pt x="40" y="150"/>
                    <a:pt x="13" y="178"/>
                    <a:pt x="15" y="239"/>
                  </a:cubicBezTo>
                  <a:cubicBezTo>
                    <a:pt x="21" y="367"/>
                    <a:pt x="17" y="496"/>
                    <a:pt x="17" y="625"/>
                  </a:cubicBezTo>
                  <a:cubicBezTo>
                    <a:pt x="0" y="616"/>
                    <a:pt x="9" y="600"/>
                    <a:pt x="9" y="588"/>
                  </a:cubicBezTo>
                  <a:cubicBezTo>
                    <a:pt x="8" y="429"/>
                    <a:pt x="10" y="270"/>
                    <a:pt x="8" y="111"/>
                  </a:cubicBezTo>
                  <a:cubicBezTo>
                    <a:pt x="8" y="82"/>
                    <a:pt x="15" y="66"/>
                    <a:pt x="44" y="57"/>
                  </a:cubicBezTo>
                  <a:cubicBezTo>
                    <a:pt x="131" y="31"/>
                    <a:pt x="218" y="2"/>
                    <a:pt x="311" y="0"/>
                  </a:cubicBezTo>
                  <a:close/>
                </a:path>
              </a:pathLst>
            </a:custGeom>
            <a:solidFill>
              <a:srgbClr val="E9DE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xmlns="" id="{F8FBB314-8950-49AC-81D7-15C58F2A4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3375" y="3282950"/>
              <a:ext cx="95250" cy="71438"/>
            </a:xfrm>
            <a:custGeom>
              <a:avLst/>
              <a:gdLst>
                <a:gd name="T0" fmla="*/ 178 w 178"/>
                <a:gd name="T1" fmla="*/ 6 h 133"/>
                <a:gd name="T2" fmla="*/ 0 w 178"/>
                <a:gd name="T3" fmla="*/ 133 h 133"/>
                <a:gd name="T4" fmla="*/ 12 w 178"/>
                <a:gd name="T5" fmla="*/ 43 h 133"/>
                <a:gd name="T6" fmla="*/ 43 w 178"/>
                <a:gd name="T7" fmla="*/ 16 h 133"/>
                <a:gd name="T8" fmla="*/ 178 w 178"/>
                <a:gd name="T9" fmla="*/ 6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133">
                  <a:moveTo>
                    <a:pt x="178" y="6"/>
                  </a:moveTo>
                  <a:cubicBezTo>
                    <a:pt x="116" y="44"/>
                    <a:pt x="58" y="89"/>
                    <a:pt x="0" y="133"/>
                  </a:cubicBezTo>
                  <a:cubicBezTo>
                    <a:pt x="4" y="103"/>
                    <a:pt x="10" y="73"/>
                    <a:pt x="12" y="43"/>
                  </a:cubicBezTo>
                  <a:cubicBezTo>
                    <a:pt x="14" y="23"/>
                    <a:pt x="29" y="19"/>
                    <a:pt x="43" y="16"/>
                  </a:cubicBezTo>
                  <a:cubicBezTo>
                    <a:pt x="87" y="8"/>
                    <a:pt x="132" y="0"/>
                    <a:pt x="178" y="6"/>
                  </a:cubicBezTo>
                  <a:close/>
                </a:path>
              </a:pathLst>
            </a:custGeom>
            <a:solidFill>
              <a:srgbClr val="C87E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xmlns="" id="{FFD17804-3813-4AC0-B03E-707E10DBA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13" y="3275013"/>
              <a:ext cx="273050" cy="174625"/>
            </a:xfrm>
            <a:custGeom>
              <a:avLst/>
              <a:gdLst>
                <a:gd name="T0" fmla="*/ 253 w 512"/>
                <a:gd name="T1" fmla="*/ 327 h 328"/>
                <a:gd name="T2" fmla="*/ 0 w 512"/>
                <a:gd name="T3" fmla="*/ 88 h 328"/>
                <a:gd name="T4" fmla="*/ 62 w 512"/>
                <a:gd name="T5" fmla="*/ 3 h 328"/>
                <a:gd name="T6" fmla="*/ 139 w 512"/>
                <a:gd name="T7" fmla="*/ 78 h 328"/>
                <a:gd name="T8" fmla="*/ 255 w 512"/>
                <a:gd name="T9" fmla="*/ 188 h 328"/>
                <a:gd name="T10" fmla="*/ 370 w 512"/>
                <a:gd name="T11" fmla="*/ 76 h 328"/>
                <a:gd name="T12" fmla="*/ 443 w 512"/>
                <a:gd name="T13" fmla="*/ 3 h 328"/>
                <a:gd name="T14" fmla="*/ 508 w 512"/>
                <a:gd name="T15" fmla="*/ 81 h 328"/>
                <a:gd name="T16" fmla="*/ 253 w 512"/>
                <a:gd name="T17" fmla="*/ 327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2" h="328">
                  <a:moveTo>
                    <a:pt x="253" y="327"/>
                  </a:moveTo>
                  <a:cubicBezTo>
                    <a:pt x="119" y="327"/>
                    <a:pt x="0" y="214"/>
                    <a:pt x="0" y="88"/>
                  </a:cubicBezTo>
                  <a:cubicBezTo>
                    <a:pt x="0" y="37"/>
                    <a:pt x="23" y="5"/>
                    <a:pt x="62" y="3"/>
                  </a:cubicBezTo>
                  <a:cubicBezTo>
                    <a:pt x="102" y="0"/>
                    <a:pt x="132" y="29"/>
                    <a:pt x="139" y="78"/>
                  </a:cubicBezTo>
                  <a:cubicBezTo>
                    <a:pt x="149" y="149"/>
                    <a:pt x="190" y="188"/>
                    <a:pt x="255" y="188"/>
                  </a:cubicBezTo>
                  <a:cubicBezTo>
                    <a:pt x="319" y="187"/>
                    <a:pt x="361" y="146"/>
                    <a:pt x="370" y="76"/>
                  </a:cubicBezTo>
                  <a:cubicBezTo>
                    <a:pt x="376" y="30"/>
                    <a:pt x="404" y="2"/>
                    <a:pt x="443" y="3"/>
                  </a:cubicBezTo>
                  <a:cubicBezTo>
                    <a:pt x="482" y="4"/>
                    <a:pt x="507" y="34"/>
                    <a:pt x="508" y="81"/>
                  </a:cubicBezTo>
                  <a:cubicBezTo>
                    <a:pt x="512" y="212"/>
                    <a:pt x="391" y="328"/>
                    <a:pt x="253" y="327"/>
                  </a:cubicBezTo>
                  <a:close/>
                </a:path>
              </a:pathLst>
            </a:custGeom>
            <a:solidFill>
              <a:srgbClr val="02030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9E289F56-38C7-4D7D-B10E-1D3FD1A14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6750" y="2906713"/>
              <a:ext cx="271462" cy="101600"/>
            </a:xfrm>
            <a:custGeom>
              <a:avLst/>
              <a:gdLst>
                <a:gd name="T0" fmla="*/ 221 w 514"/>
                <a:gd name="T1" fmla="*/ 0 h 190"/>
                <a:gd name="T2" fmla="*/ 460 w 514"/>
                <a:gd name="T3" fmla="*/ 48 h 190"/>
                <a:gd name="T4" fmla="*/ 510 w 514"/>
                <a:gd name="T5" fmla="*/ 122 h 190"/>
                <a:gd name="T6" fmla="*/ 462 w 514"/>
                <a:gd name="T7" fmla="*/ 182 h 190"/>
                <a:gd name="T8" fmla="*/ 409 w 514"/>
                <a:gd name="T9" fmla="*/ 178 h 190"/>
                <a:gd name="T10" fmla="*/ 127 w 514"/>
                <a:gd name="T11" fmla="*/ 147 h 190"/>
                <a:gd name="T12" fmla="*/ 10 w 514"/>
                <a:gd name="T13" fmla="*/ 97 h 190"/>
                <a:gd name="T14" fmla="*/ 102 w 514"/>
                <a:gd name="T15" fmla="*/ 10 h 190"/>
                <a:gd name="T16" fmla="*/ 221 w 514"/>
                <a:gd name="T17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4" h="190">
                  <a:moveTo>
                    <a:pt x="221" y="0"/>
                  </a:moveTo>
                  <a:cubicBezTo>
                    <a:pt x="306" y="2"/>
                    <a:pt x="387" y="8"/>
                    <a:pt x="460" y="48"/>
                  </a:cubicBezTo>
                  <a:cubicBezTo>
                    <a:pt x="489" y="64"/>
                    <a:pt x="514" y="83"/>
                    <a:pt x="510" y="122"/>
                  </a:cubicBezTo>
                  <a:cubicBezTo>
                    <a:pt x="507" y="152"/>
                    <a:pt x="490" y="171"/>
                    <a:pt x="462" y="182"/>
                  </a:cubicBezTo>
                  <a:cubicBezTo>
                    <a:pt x="443" y="190"/>
                    <a:pt x="425" y="186"/>
                    <a:pt x="409" y="178"/>
                  </a:cubicBezTo>
                  <a:cubicBezTo>
                    <a:pt x="319" y="129"/>
                    <a:pt x="223" y="136"/>
                    <a:pt x="127" y="147"/>
                  </a:cubicBezTo>
                  <a:cubicBezTo>
                    <a:pt x="53" y="156"/>
                    <a:pt x="19" y="145"/>
                    <a:pt x="10" y="97"/>
                  </a:cubicBezTo>
                  <a:cubicBezTo>
                    <a:pt x="0" y="50"/>
                    <a:pt x="28" y="24"/>
                    <a:pt x="102" y="10"/>
                  </a:cubicBezTo>
                  <a:cubicBezTo>
                    <a:pt x="143" y="1"/>
                    <a:pt x="184" y="4"/>
                    <a:pt x="221" y="0"/>
                  </a:cubicBezTo>
                  <a:close/>
                </a:path>
              </a:pathLst>
            </a:custGeom>
            <a:solidFill>
              <a:srgbClr val="0203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xmlns="" id="{4E1F533C-C5CC-4A75-80E4-4FA6773B9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925" y="2905125"/>
              <a:ext cx="276225" cy="104775"/>
            </a:xfrm>
            <a:custGeom>
              <a:avLst/>
              <a:gdLst>
                <a:gd name="T0" fmla="*/ 143 w 520"/>
                <a:gd name="T1" fmla="*/ 170 h 197"/>
                <a:gd name="T2" fmla="*/ 138 w 520"/>
                <a:gd name="T3" fmla="*/ 171 h 197"/>
                <a:gd name="T4" fmla="*/ 21 w 520"/>
                <a:gd name="T5" fmla="*/ 151 h 197"/>
                <a:gd name="T6" fmla="*/ 82 w 520"/>
                <a:gd name="T7" fmla="*/ 43 h 197"/>
                <a:gd name="T8" fmla="*/ 145 w 520"/>
                <a:gd name="T9" fmla="*/ 18 h 197"/>
                <a:gd name="T10" fmla="*/ 441 w 520"/>
                <a:gd name="T11" fmla="*/ 17 h 197"/>
                <a:gd name="T12" fmla="*/ 514 w 520"/>
                <a:gd name="T13" fmla="*/ 97 h 197"/>
                <a:gd name="T14" fmla="*/ 422 w 520"/>
                <a:gd name="T15" fmla="*/ 154 h 197"/>
                <a:gd name="T16" fmla="*/ 185 w 520"/>
                <a:gd name="T17" fmla="*/ 155 h 197"/>
                <a:gd name="T18" fmla="*/ 143 w 520"/>
                <a:gd name="T19" fmla="*/ 17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0" h="197">
                  <a:moveTo>
                    <a:pt x="143" y="170"/>
                  </a:moveTo>
                  <a:cubicBezTo>
                    <a:pt x="141" y="170"/>
                    <a:pt x="140" y="170"/>
                    <a:pt x="138" y="171"/>
                  </a:cubicBezTo>
                  <a:cubicBezTo>
                    <a:pt x="78" y="197"/>
                    <a:pt x="40" y="191"/>
                    <a:pt x="21" y="151"/>
                  </a:cubicBezTo>
                  <a:cubicBezTo>
                    <a:pt x="0" y="107"/>
                    <a:pt x="20" y="71"/>
                    <a:pt x="82" y="43"/>
                  </a:cubicBezTo>
                  <a:cubicBezTo>
                    <a:pt x="103" y="34"/>
                    <a:pt x="124" y="26"/>
                    <a:pt x="145" y="18"/>
                  </a:cubicBezTo>
                  <a:cubicBezTo>
                    <a:pt x="243" y="2"/>
                    <a:pt x="342" y="0"/>
                    <a:pt x="441" y="17"/>
                  </a:cubicBezTo>
                  <a:cubicBezTo>
                    <a:pt x="494" y="26"/>
                    <a:pt x="520" y="53"/>
                    <a:pt x="514" y="97"/>
                  </a:cubicBezTo>
                  <a:cubicBezTo>
                    <a:pt x="510" y="140"/>
                    <a:pt x="477" y="162"/>
                    <a:pt x="422" y="154"/>
                  </a:cubicBezTo>
                  <a:cubicBezTo>
                    <a:pt x="343" y="142"/>
                    <a:pt x="264" y="139"/>
                    <a:pt x="185" y="155"/>
                  </a:cubicBezTo>
                  <a:cubicBezTo>
                    <a:pt x="171" y="158"/>
                    <a:pt x="157" y="165"/>
                    <a:pt x="143" y="170"/>
                  </a:cubicBezTo>
                  <a:close/>
                </a:path>
              </a:pathLst>
            </a:custGeom>
            <a:solidFill>
              <a:srgbClr val="02030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xmlns="" id="{7494BF9D-1D9E-407D-947C-12B45F30B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7075" y="3059113"/>
              <a:ext cx="117475" cy="117475"/>
            </a:xfrm>
            <a:custGeom>
              <a:avLst/>
              <a:gdLst>
                <a:gd name="T0" fmla="*/ 113 w 222"/>
                <a:gd name="T1" fmla="*/ 0 h 222"/>
                <a:gd name="T2" fmla="*/ 222 w 222"/>
                <a:gd name="T3" fmla="*/ 111 h 222"/>
                <a:gd name="T4" fmla="*/ 111 w 222"/>
                <a:gd name="T5" fmla="*/ 222 h 222"/>
                <a:gd name="T6" fmla="*/ 0 w 222"/>
                <a:gd name="T7" fmla="*/ 109 h 222"/>
                <a:gd name="T8" fmla="*/ 113 w 222"/>
                <a:gd name="T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" h="222">
                  <a:moveTo>
                    <a:pt x="113" y="0"/>
                  </a:moveTo>
                  <a:cubicBezTo>
                    <a:pt x="175" y="0"/>
                    <a:pt x="222" y="48"/>
                    <a:pt x="222" y="111"/>
                  </a:cubicBezTo>
                  <a:cubicBezTo>
                    <a:pt x="222" y="172"/>
                    <a:pt x="171" y="222"/>
                    <a:pt x="111" y="222"/>
                  </a:cubicBezTo>
                  <a:cubicBezTo>
                    <a:pt x="52" y="221"/>
                    <a:pt x="0" y="168"/>
                    <a:pt x="0" y="109"/>
                  </a:cubicBezTo>
                  <a:cubicBezTo>
                    <a:pt x="1" y="49"/>
                    <a:pt x="52" y="0"/>
                    <a:pt x="113" y="0"/>
                  </a:cubicBezTo>
                  <a:close/>
                </a:path>
              </a:pathLst>
            </a:custGeom>
            <a:solidFill>
              <a:srgbClr val="0303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03E138AA-A2B7-44ED-A9F8-EF7E4A5A0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0350" y="3059113"/>
              <a:ext cx="119062" cy="117475"/>
            </a:xfrm>
            <a:custGeom>
              <a:avLst/>
              <a:gdLst>
                <a:gd name="T0" fmla="*/ 1 w 223"/>
                <a:gd name="T1" fmla="*/ 109 h 223"/>
                <a:gd name="T2" fmla="*/ 112 w 223"/>
                <a:gd name="T3" fmla="*/ 0 h 223"/>
                <a:gd name="T4" fmla="*/ 222 w 223"/>
                <a:gd name="T5" fmla="*/ 112 h 223"/>
                <a:gd name="T6" fmla="*/ 109 w 223"/>
                <a:gd name="T7" fmla="*/ 222 h 223"/>
                <a:gd name="T8" fmla="*/ 1 w 223"/>
                <a:gd name="T9" fmla="*/ 109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3" h="223">
                  <a:moveTo>
                    <a:pt x="1" y="109"/>
                  </a:moveTo>
                  <a:cubicBezTo>
                    <a:pt x="1" y="47"/>
                    <a:pt x="50" y="0"/>
                    <a:pt x="112" y="0"/>
                  </a:cubicBezTo>
                  <a:cubicBezTo>
                    <a:pt x="173" y="1"/>
                    <a:pt x="223" y="53"/>
                    <a:pt x="222" y="112"/>
                  </a:cubicBezTo>
                  <a:cubicBezTo>
                    <a:pt x="221" y="172"/>
                    <a:pt x="168" y="223"/>
                    <a:pt x="109" y="222"/>
                  </a:cubicBezTo>
                  <a:cubicBezTo>
                    <a:pt x="48" y="221"/>
                    <a:pt x="0" y="170"/>
                    <a:pt x="1" y="109"/>
                  </a:cubicBezTo>
                  <a:close/>
                </a:path>
              </a:pathLst>
            </a:custGeom>
            <a:solidFill>
              <a:srgbClr val="0303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xmlns="" id="{330E4031-590C-46FC-8E70-A9790219F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988" y="3579813"/>
              <a:ext cx="363537" cy="439738"/>
            </a:xfrm>
            <a:custGeom>
              <a:avLst/>
              <a:gdLst>
                <a:gd name="T0" fmla="*/ 339 w 684"/>
                <a:gd name="T1" fmla="*/ 8 h 827"/>
                <a:gd name="T2" fmla="*/ 408 w 684"/>
                <a:gd name="T3" fmla="*/ 8 h 827"/>
                <a:gd name="T4" fmla="*/ 576 w 684"/>
                <a:gd name="T5" fmla="*/ 221 h 827"/>
                <a:gd name="T6" fmla="*/ 435 w 684"/>
                <a:gd name="T7" fmla="*/ 417 h 827"/>
                <a:gd name="T8" fmla="*/ 407 w 684"/>
                <a:gd name="T9" fmla="*/ 468 h 827"/>
                <a:gd name="T10" fmla="*/ 408 w 684"/>
                <a:gd name="T11" fmla="*/ 565 h 827"/>
                <a:gd name="T12" fmla="*/ 468 w 684"/>
                <a:gd name="T13" fmla="*/ 639 h 827"/>
                <a:gd name="T14" fmla="*/ 538 w 684"/>
                <a:gd name="T15" fmla="*/ 576 h 827"/>
                <a:gd name="T16" fmla="*/ 622 w 684"/>
                <a:gd name="T17" fmla="*/ 506 h 827"/>
                <a:gd name="T18" fmla="*/ 676 w 684"/>
                <a:gd name="T19" fmla="*/ 602 h 827"/>
                <a:gd name="T20" fmla="*/ 369 w 684"/>
                <a:gd name="T21" fmla="*/ 749 h 827"/>
                <a:gd name="T22" fmla="*/ 305 w 684"/>
                <a:gd name="T23" fmla="*/ 751 h 827"/>
                <a:gd name="T24" fmla="*/ 1 w 684"/>
                <a:gd name="T25" fmla="*/ 589 h 827"/>
                <a:gd name="T26" fmla="*/ 64 w 684"/>
                <a:gd name="T27" fmla="*/ 504 h 827"/>
                <a:gd name="T28" fmla="*/ 139 w 684"/>
                <a:gd name="T29" fmla="*/ 575 h 827"/>
                <a:gd name="T30" fmla="*/ 208 w 684"/>
                <a:gd name="T31" fmla="*/ 640 h 827"/>
                <a:gd name="T32" fmla="*/ 268 w 684"/>
                <a:gd name="T33" fmla="*/ 566 h 827"/>
                <a:gd name="T34" fmla="*/ 269 w 684"/>
                <a:gd name="T35" fmla="*/ 515 h 827"/>
                <a:gd name="T36" fmla="*/ 210 w 684"/>
                <a:gd name="T37" fmla="*/ 386 h 827"/>
                <a:gd name="T38" fmla="*/ 95 w 684"/>
                <a:gd name="T39" fmla="*/ 162 h 827"/>
                <a:gd name="T40" fmla="*/ 233 w 684"/>
                <a:gd name="T41" fmla="*/ 8 h 827"/>
                <a:gd name="T42" fmla="*/ 339 w 684"/>
                <a:gd name="T43" fmla="*/ 8 h 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84" h="827">
                  <a:moveTo>
                    <a:pt x="339" y="8"/>
                  </a:moveTo>
                  <a:cubicBezTo>
                    <a:pt x="362" y="8"/>
                    <a:pt x="385" y="9"/>
                    <a:pt x="408" y="8"/>
                  </a:cubicBezTo>
                  <a:cubicBezTo>
                    <a:pt x="543" y="0"/>
                    <a:pt x="605" y="79"/>
                    <a:pt x="576" y="221"/>
                  </a:cubicBezTo>
                  <a:cubicBezTo>
                    <a:pt x="558" y="307"/>
                    <a:pt x="509" y="372"/>
                    <a:pt x="435" y="417"/>
                  </a:cubicBezTo>
                  <a:cubicBezTo>
                    <a:pt x="414" y="430"/>
                    <a:pt x="406" y="444"/>
                    <a:pt x="407" y="468"/>
                  </a:cubicBezTo>
                  <a:cubicBezTo>
                    <a:pt x="409" y="500"/>
                    <a:pt x="407" y="533"/>
                    <a:pt x="408" y="565"/>
                  </a:cubicBezTo>
                  <a:cubicBezTo>
                    <a:pt x="408" y="605"/>
                    <a:pt x="427" y="635"/>
                    <a:pt x="468" y="639"/>
                  </a:cubicBezTo>
                  <a:cubicBezTo>
                    <a:pt x="508" y="642"/>
                    <a:pt x="531" y="618"/>
                    <a:pt x="538" y="576"/>
                  </a:cubicBezTo>
                  <a:cubicBezTo>
                    <a:pt x="547" y="523"/>
                    <a:pt x="581" y="497"/>
                    <a:pt x="622" y="506"/>
                  </a:cubicBezTo>
                  <a:cubicBezTo>
                    <a:pt x="663" y="515"/>
                    <a:pt x="684" y="553"/>
                    <a:pt x="676" y="602"/>
                  </a:cubicBezTo>
                  <a:cubicBezTo>
                    <a:pt x="650" y="751"/>
                    <a:pt x="499" y="825"/>
                    <a:pt x="369" y="749"/>
                  </a:cubicBezTo>
                  <a:cubicBezTo>
                    <a:pt x="344" y="734"/>
                    <a:pt x="329" y="737"/>
                    <a:pt x="305" y="751"/>
                  </a:cubicBezTo>
                  <a:cubicBezTo>
                    <a:pt x="175" y="827"/>
                    <a:pt x="5" y="735"/>
                    <a:pt x="1" y="589"/>
                  </a:cubicBezTo>
                  <a:cubicBezTo>
                    <a:pt x="0" y="540"/>
                    <a:pt x="24" y="507"/>
                    <a:pt x="64" y="504"/>
                  </a:cubicBezTo>
                  <a:cubicBezTo>
                    <a:pt x="102" y="501"/>
                    <a:pt x="131" y="529"/>
                    <a:pt x="139" y="575"/>
                  </a:cubicBezTo>
                  <a:cubicBezTo>
                    <a:pt x="146" y="617"/>
                    <a:pt x="174" y="643"/>
                    <a:pt x="208" y="640"/>
                  </a:cubicBezTo>
                  <a:cubicBezTo>
                    <a:pt x="244" y="637"/>
                    <a:pt x="267" y="608"/>
                    <a:pt x="268" y="566"/>
                  </a:cubicBezTo>
                  <a:cubicBezTo>
                    <a:pt x="269" y="549"/>
                    <a:pt x="266" y="532"/>
                    <a:pt x="269" y="515"/>
                  </a:cubicBezTo>
                  <a:cubicBezTo>
                    <a:pt x="277" y="460"/>
                    <a:pt x="261" y="421"/>
                    <a:pt x="210" y="386"/>
                  </a:cubicBezTo>
                  <a:cubicBezTo>
                    <a:pt x="134" y="335"/>
                    <a:pt x="101" y="252"/>
                    <a:pt x="95" y="162"/>
                  </a:cubicBezTo>
                  <a:cubicBezTo>
                    <a:pt x="88" y="75"/>
                    <a:pt x="145" y="12"/>
                    <a:pt x="233" y="8"/>
                  </a:cubicBezTo>
                  <a:cubicBezTo>
                    <a:pt x="269" y="7"/>
                    <a:pt x="304" y="8"/>
                    <a:pt x="339" y="8"/>
                  </a:cubicBezTo>
                  <a:close/>
                </a:path>
              </a:pathLst>
            </a:custGeom>
            <a:solidFill>
              <a:srgbClr val="02020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xmlns="" id="{9310EB91-1A12-4457-A713-DC7A3F049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088" y="3552825"/>
              <a:ext cx="98425" cy="85725"/>
            </a:xfrm>
            <a:custGeom>
              <a:avLst/>
              <a:gdLst>
                <a:gd name="T0" fmla="*/ 71 w 186"/>
                <a:gd name="T1" fmla="*/ 158 h 162"/>
                <a:gd name="T2" fmla="*/ 78 w 186"/>
                <a:gd name="T3" fmla="*/ 2 h 162"/>
                <a:gd name="T4" fmla="*/ 173 w 186"/>
                <a:gd name="T5" fmla="*/ 50 h 162"/>
                <a:gd name="T6" fmla="*/ 162 w 186"/>
                <a:gd name="T7" fmla="*/ 131 h 162"/>
                <a:gd name="T8" fmla="*/ 71 w 186"/>
                <a:gd name="T9" fmla="*/ 158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162">
                  <a:moveTo>
                    <a:pt x="71" y="158"/>
                  </a:moveTo>
                  <a:cubicBezTo>
                    <a:pt x="0" y="107"/>
                    <a:pt x="2" y="49"/>
                    <a:pt x="78" y="2"/>
                  </a:cubicBezTo>
                  <a:cubicBezTo>
                    <a:pt x="119" y="0"/>
                    <a:pt x="154" y="9"/>
                    <a:pt x="173" y="50"/>
                  </a:cubicBezTo>
                  <a:cubicBezTo>
                    <a:pt x="186" y="79"/>
                    <a:pt x="181" y="106"/>
                    <a:pt x="162" y="131"/>
                  </a:cubicBezTo>
                  <a:cubicBezTo>
                    <a:pt x="138" y="162"/>
                    <a:pt x="105" y="162"/>
                    <a:pt x="71" y="158"/>
                  </a:cubicBezTo>
                  <a:close/>
                </a:path>
              </a:pathLst>
            </a:custGeom>
            <a:solidFill>
              <a:srgbClr val="0504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xmlns="" id="{AA64ECF7-BA1A-416C-902D-93F3C7DF1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000" y="3554413"/>
              <a:ext cx="87312" cy="84138"/>
            </a:xfrm>
            <a:custGeom>
              <a:avLst/>
              <a:gdLst>
                <a:gd name="T0" fmla="*/ 79 w 163"/>
                <a:gd name="T1" fmla="*/ 1 h 158"/>
                <a:gd name="T2" fmla="*/ 161 w 163"/>
                <a:gd name="T3" fmla="*/ 76 h 158"/>
                <a:gd name="T4" fmla="*/ 80 w 163"/>
                <a:gd name="T5" fmla="*/ 158 h 158"/>
                <a:gd name="T6" fmla="*/ 0 w 163"/>
                <a:gd name="T7" fmla="*/ 80 h 158"/>
                <a:gd name="T8" fmla="*/ 79 w 163"/>
                <a:gd name="T9" fmla="*/ 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158">
                  <a:moveTo>
                    <a:pt x="79" y="1"/>
                  </a:moveTo>
                  <a:cubicBezTo>
                    <a:pt x="122" y="0"/>
                    <a:pt x="159" y="34"/>
                    <a:pt x="161" y="76"/>
                  </a:cubicBezTo>
                  <a:cubicBezTo>
                    <a:pt x="163" y="120"/>
                    <a:pt x="125" y="158"/>
                    <a:pt x="80" y="158"/>
                  </a:cubicBezTo>
                  <a:cubicBezTo>
                    <a:pt x="37" y="158"/>
                    <a:pt x="1" y="123"/>
                    <a:pt x="0" y="80"/>
                  </a:cubicBezTo>
                  <a:cubicBezTo>
                    <a:pt x="0" y="38"/>
                    <a:pt x="35" y="2"/>
                    <a:pt x="79" y="1"/>
                  </a:cubicBezTo>
                  <a:close/>
                </a:path>
              </a:pathLst>
            </a:custGeom>
            <a:solidFill>
              <a:srgbClr val="0604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07FDFCA7-3C8F-4D62-A67A-13FF7A96B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400" y="3660775"/>
              <a:ext cx="115887" cy="82550"/>
            </a:xfrm>
            <a:custGeom>
              <a:avLst/>
              <a:gdLst>
                <a:gd name="T0" fmla="*/ 106 w 219"/>
                <a:gd name="T1" fmla="*/ 1 h 156"/>
                <a:gd name="T2" fmla="*/ 152 w 219"/>
                <a:gd name="T3" fmla="*/ 1 h 156"/>
                <a:gd name="T4" fmla="*/ 197 w 219"/>
                <a:gd name="T5" fmla="*/ 66 h 156"/>
                <a:gd name="T6" fmla="*/ 110 w 219"/>
                <a:gd name="T7" fmla="*/ 153 h 156"/>
                <a:gd name="T8" fmla="*/ 18 w 219"/>
                <a:gd name="T9" fmla="*/ 74 h 156"/>
                <a:gd name="T10" fmla="*/ 5 w 219"/>
                <a:gd name="T11" fmla="*/ 35 h 156"/>
                <a:gd name="T12" fmla="*/ 32 w 219"/>
                <a:gd name="T13" fmla="*/ 1 h 156"/>
                <a:gd name="T14" fmla="*/ 106 w 219"/>
                <a:gd name="T15" fmla="*/ 1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9" h="156">
                  <a:moveTo>
                    <a:pt x="106" y="1"/>
                  </a:moveTo>
                  <a:cubicBezTo>
                    <a:pt x="121" y="1"/>
                    <a:pt x="137" y="1"/>
                    <a:pt x="152" y="1"/>
                  </a:cubicBezTo>
                  <a:cubicBezTo>
                    <a:pt x="213" y="1"/>
                    <a:pt x="219" y="10"/>
                    <a:pt x="197" y="66"/>
                  </a:cubicBezTo>
                  <a:cubicBezTo>
                    <a:pt x="181" y="108"/>
                    <a:pt x="151" y="150"/>
                    <a:pt x="110" y="153"/>
                  </a:cubicBezTo>
                  <a:cubicBezTo>
                    <a:pt x="68" y="156"/>
                    <a:pt x="39" y="112"/>
                    <a:pt x="18" y="74"/>
                  </a:cubicBezTo>
                  <a:cubicBezTo>
                    <a:pt x="12" y="62"/>
                    <a:pt x="8" y="48"/>
                    <a:pt x="5" y="35"/>
                  </a:cubicBezTo>
                  <a:cubicBezTo>
                    <a:pt x="0" y="13"/>
                    <a:pt x="6" y="0"/>
                    <a:pt x="32" y="1"/>
                  </a:cubicBezTo>
                  <a:cubicBezTo>
                    <a:pt x="57" y="2"/>
                    <a:pt x="81" y="1"/>
                    <a:pt x="106" y="1"/>
                  </a:cubicBezTo>
                  <a:close/>
                </a:path>
              </a:pathLst>
            </a:custGeom>
            <a:solidFill>
              <a:srgbClr val="AE59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xmlns="" id="{2A0243C4-74B8-4257-B951-EFD41607963E}"/>
              </a:ext>
            </a:extLst>
          </p:cNvPr>
          <p:cNvGrpSpPr/>
          <p:nvPr/>
        </p:nvGrpSpPr>
        <p:grpSpPr>
          <a:xfrm rot="10800000">
            <a:off x="21192" y="3687578"/>
            <a:ext cx="9122808" cy="1460304"/>
            <a:chOff x="21192" y="-6907"/>
            <a:chExt cx="9122808" cy="1460304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xmlns="" id="{7FACA3EA-1CF2-4F0F-8091-6807EB9C20C9}"/>
                </a:ext>
              </a:extLst>
            </p:cNvPr>
            <p:cNvGrpSpPr/>
            <p:nvPr/>
          </p:nvGrpSpPr>
          <p:grpSpPr>
            <a:xfrm>
              <a:off x="291015" y="-6907"/>
              <a:ext cx="8852985" cy="1430688"/>
              <a:chOff x="291015" y="-6907"/>
              <a:chExt cx="8852985" cy="1430688"/>
            </a:xfrm>
          </p:grpSpPr>
          <p:sp>
            <p:nvSpPr>
              <p:cNvPr id="13" name="Rectangle 69">
                <a:extLst>
                  <a:ext uri="{FF2B5EF4-FFF2-40B4-BE49-F238E27FC236}">
                    <a16:creationId xmlns:a16="http://schemas.microsoft.com/office/drawing/2014/main" xmlns="" id="{E75180B6-CA54-441D-AA8F-9790A4AC614C}"/>
                  </a:ext>
                </a:extLst>
              </p:cNvPr>
              <p:cNvSpPr/>
              <p:nvPr/>
            </p:nvSpPr>
            <p:spPr>
              <a:xfrm>
                <a:off x="8743950" y="0"/>
                <a:ext cx="400050" cy="14237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" name="Rectangle 70">
                <a:extLst>
                  <a:ext uri="{FF2B5EF4-FFF2-40B4-BE49-F238E27FC236}">
                    <a16:creationId xmlns:a16="http://schemas.microsoft.com/office/drawing/2014/main" xmlns="" id="{343CDBA1-37F1-481F-A532-39DD707C5C0E}"/>
                  </a:ext>
                </a:extLst>
              </p:cNvPr>
              <p:cNvSpPr/>
              <p:nvPr/>
            </p:nvSpPr>
            <p:spPr>
              <a:xfrm>
                <a:off x="291015" y="-6907"/>
                <a:ext cx="8852984" cy="33893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6" name="Rectangle 69">
              <a:extLst>
                <a:ext uri="{FF2B5EF4-FFF2-40B4-BE49-F238E27FC236}">
                  <a16:creationId xmlns:a16="http://schemas.microsoft.com/office/drawing/2014/main" xmlns="" id="{9CA7974B-3194-4592-88BA-77979726168F}"/>
                </a:ext>
              </a:extLst>
            </p:cNvPr>
            <p:cNvSpPr/>
            <p:nvPr/>
          </p:nvSpPr>
          <p:spPr>
            <a:xfrm flipH="1">
              <a:off x="21192" y="0"/>
              <a:ext cx="408371" cy="14533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17" y="1300480"/>
            <a:ext cx="8733211" cy="2293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Google Shape;638;p43"/>
          <p:cNvSpPr txBox="1">
            <a:spLocks noGrp="1"/>
          </p:cNvSpPr>
          <p:nvPr>
            <p:ph type="title"/>
          </p:nvPr>
        </p:nvSpPr>
        <p:spPr>
          <a:xfrm>
            <a:off x="735822" y="36262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BACKENT   VETERINARIA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xmlns="" id="{2A0243C4-74B8-4257-B951-EFD41607963E}"/>
              </a:ext>
            </a:extLst>
          </p:cNvPr>
          <p:cNvGrpSpPr/>
          <p:nvPr/>
        </p:nvGrpSpPr>
        <p:grpSpPr>
          <a:xfrm rot="10800000">
            <a:off x="21192" y="3687578"/>
            <a:ext cx="9122808" cy="1460304"/>
            <a:chOff x="21192" y="-6907"/>
            <a:chExt cx="9122808" cy="1460304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xmlns="" id="{7FACA3EA-1CF2-4F0F-8091-6807EB9C20C9}"/>
                </a:ext>
              </a:extLst>
            </p:cNvPr>
            <p:cNvGrpSpPr/>
            <p:nvPr/>
          </p:nvGrpSpPr>
          <p:grpSpPr>
            <a:xfrm>
              <a:off x="291015" y="-6907"/>
              <a:ext cx="8852985" cy="1430688"/>
              <a:chOff x="291015" y="-6907"/>
              <a:chExt cx="8852985" cy="1430688"/>
            </a:xfrm>
          </p:grpSpPr>
          <p:sp>
            <p:nvSpPr>
              <p:cNvPr id="13" name="Rectangle 69">
                <a:extLst>
                  <a:ext uri="{FF2B5EF4-FFF2-40B4-BE49-F238E27FC236}">
                    <a16:creationId xmlns:a16="http://schemas.microsoft.com/office/drawing/2014/main" xmlns="" id="{E75180B6-CA54-441D-AA8F-9790A4AC614C}"/>
                  </a:ext>
                </a:extLst>
              </p:cNvPr>
              <p:cNvSpPr/>
              <p:nvPr/>
            </p:nvSpPr>
            <p:spPr>
              <a:xfrm>
                <a:off x="8743950" y="0"/>
                <a:ext cx="400050" cy="14237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" name="Rectangle 70">
                <a:extLst>
                  <a:ext uri="{FF2B5EF4-FFF2-40B4-BE49-F238E27FC236}">
                    <a16:creationId xmlns:a16="http://schemas.microsoft.com/office/drawing/2014/main" xmlns="" id="{343CDBA1-37F1-481F-A532-39DD707C5C0E}"/>
                  </a:ext>
                </a:extLst>
              </p:cNvPr>
              <p:cNvSpPr/>
              <p:nvPr/>
            </p:nvSpPr>
            <p:spPr>
              <a:xfrm>
                <a:off x="291015" y="-6907"/>
                <a:ext cx="8852984" cy="33893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6" name="Rectangle 69">
              <a:extLst>
                <a:ext uri="{FF2B5EF4-FFF2-40B4-BE49-F238E27FC236}">
                  <a16:creationId xmlns:a16="http://schemas.microsoft.com/office/drawing/2014/main" xmlns="" id="{9CA7974B-3194-4592-88BA-77979726168F}"/>
                </a:ext>
              </a:extLst>
            </p:cNvPr>
            <p:cNvSpPr/>
            <p:nvPr/>
          </p:nvSpPr>
          <p:spPr>
            <a:xfrm flipH="1">
              <a:off x="21192" y="0"/>
              <a:ext cx="408371" cy="14533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18" name="Google Shape;638;p43"/>
          <p:cNvSpPr txBox="1">
            <a:spLocks noGrp="1"/>
          </p:cNvSpPr>
          <p:nvPr>
            <p:ph type="title"/>
          </p:nvPr>
        </p:nvSpPr>
        <p:spPr>
          <a:xfrm>
            <a:off x="735822" y="36262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BACKENT   VETERINARIA</a:t>
            </a:r>
            <a:endParaRPr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1027113"/>
            <a:ext cx="7593013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216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xmlns="" id="{2A0243C4-74B8-4257-B951-EFD41607963E}"/>
              </a:ext>
            </a:extLst>
          </p:cNvPr>
          <p:cNvGrpSpPr/>
          <p:nvPr/>
        </p:nvGrpSpPr>
        <p:grpSpPr>
          <a:xfrm rot="10800000">
            <a:off x="21192" y="3687578"/>
            <a:ext cx="9122808" cy="1460304"/>
            <a:chOff x="21192" y="-6907"/>
            <a:chExt cx="9122808" cy="1460304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xmlns="" id="{7FACA3EA-1CF2-4F0F-8091-6807EB9C20C9}"/>
                </a:ext>
              </a:extLst>
            </p:cNvPr>
            <p:cNvGrpSpPr/>
            <p:nvPr/>
          </p:nvGrpSpPr>
          <p:grpSpPr>
            <a:xfrm>
              <a:off x="291015" y="-6907"/>
              <a:ext cx="8852985" cy="1430688"/>
              <a:chOff x="291015" y="-6907"/>
              <a:chExt cx="8852985" cy="1430688"/>
            </a:xfrm>
          </p:grpSpPr>
          <p:sp>
            <p:nvSpPr>
              <p:cNvPr id="13" name="Rectangle 69">
                <a:extLst>
                  <a:ext uri="{FF2B5EF4-FFF2-40B4-BE49-F238E27FC236}">
                    <a16:creationId xmlns:a16="http://schemas.microsoft.com/office/drawing/2014/main" xmlns="" id="{E75180B6-CA54-441D-AA8F-9790A4AC614C}"/>
                  </a:ext>
                </a:extLst>
              </p:cNvPr>
              <p:cNvSpPr/>
              <p:nvPr/>
            </p:nvSpPr>
            <p:spPr>
              <a:xfrm>
                <a:off x="8743950" y="0"/>
                <a:ext cx="400050" cy="14237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" name="Rectangle 70">
                <a:extLst>
                  <a:ext uri="{FF2B5EF4-FFF2-40B4-BE49-F238E27FC236}">
                    <a16:creationId xmlns:a16="http://schemas.microsoft.com/office/drawing/2014/main" xmlns="" id="{343CDBA1-37F1-481F-A532-39DD707C5C0E}"/>
                  </a:ext>
                </a:extLst>
              </p:cNvPr>
              <p:cNvSpPr/>
              <p:nvPr/>
            </p:nvSpPr>
            <p:spPr>
              <a:xfrm>
                <a:off x="291015" y="-6907"/>
                <a:ext cx="8852984" cy="33893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6" name="Rectangle 69">
              <a:extLst>
                <a:ext uri="{FF2B5EF4-FFF2-40B4-BE49-F238E27FC236}">
                  <a16:creationId xmlns:a16="http://schemas.microsoft.com/office/drawing/2014/main" xmlns="" id="{9CA7974B-3194-4592-88BA-77979726168F}"/>
                </a:ext>
              </a:extLst>
            </p:cNvPr>
            <p:cNvSpPr/>
            <p:nvPr/>
          </p:nvSpPr>
          <p:spPr>
            <a:xfrm flipH="1">
              <a:off x="21192" y="0"/>
              <a:ext cx="408371" cy="14533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18" name="Google Shape;638;p43"/>
          <p:cNvSpPr txBox="1">
            <a:spLocks noGrp="1"/>
          </p:cNvSpPr>
          <p:nvPr>
            <p:ph type="title"/>
          </p:nvPr>
        </p:nvSpPr>
        <p:spPr>
          <a:xfrm>
            <a:off x="735822" y="36262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BACKENT   VETERINARIA</a:t>
            </a:r>
            <a:endParaRPr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50" y="1198880"/>
            <a:ext cx="8555427" cy="1893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540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xmlns="" id="{2A0243C4-74B8-4257-B951-EFD41607963E}"/>
              </a:ext>
            </a:extLst>
          </p:cNvPr>
          <p:cNvGrpSpPr/>
          <p:nvPr/>
        </p:nvGrpSpPr>
        <p:grpSpPr>
          <a:xfrm rot="10800000">
            <a:off x="21192" y="3687578"/>
            <a:ext cx="9122808" cy="1460304"/>
            <a:chOff x="21192" y="-6907"/>
            <a:chExt cx="9122808" cy="1460304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xmlns="" id="{7FACA3EA-1CF2-4F0F-8091-6807EB9C20C9}"/>
                </a:ext>
              </a:extLst>
            </p:cNvPr>
            <p:cNvGrpSpPr/>
            <p:nvPr/>
          </p:nvGrpSpPr>
          <p:grpSpPr>
            <a:xfrm>
              <a:off x="291015" y="-6907"/>
              <a:ext cx="8852985" cy="1430688"/>
              <a:chOff x="291015" y="-6907"/>
              <a:chExt cx="8852985" cy="1430688"/>
            </a:xfrm>
          </p:grpSpPr>
          <p:sp>
            <p:nvSpPr>
              <p:cNvPr id="13" name="Rectangle 69">
                <a:extLst>
                  <a:ext uri="{FF2B5EF4-FFF2-40B4-BE49-F238E27FC236}">
                    <a16:creationId xmlns:a16="http://schemas.microsoft.com/office/drawing/2014/main" xmlns="" id="{E75180B6-CA54-441D-AA8F-9790A4AC614C}"/>
                  </a:ext>
                </a:extLst>
              </p:cNvPr>
              <p:cNvSpPr/>
              <p:nvPr/>
            </p:nvSpPr>
            <p:spPr>
              <a:xfrm>
                <a:off x="8743950" y="0"/>
                <a:ext cx="400050" cy="14237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" name="Rectangle 70">
                <a:extLst>
                  <a:ext uri="{FF2B5EF4-FFF2-40B4-BE49-F238E27FC236}">
                    <a16:creationId xmlns:a16="http://schemas.microsoft.com/office/drawing/2014/main" xmlns="" id="{343CDBA1-37F1-481F-A532-39DD707C5C0E}"/>
                  </a:ext>
                </a:extLst>
              </p:cNvPr>
              <p:cNvSpPr/>
              <p:nvPr/>
            </p:nvSpPr>
            <p:spPr>
              <a:xfrm>
                <a:off x="291015" y="-6907"/>
                <a:ext cx="8852984" cy="33893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6" name="Rectangle 69">
              <a:extLst>
                <a:ext uri="{FF2B5EF4-FFF2-40B4-BE49-F238E27FC236}">
                  <a16:creationId xmlns:a16="http://schemas.microsoft.com/office/drawing/2014/main" xmlns="" id="{9CA7974B-3194-4592-88BA-77979726168F}"/>
                </a:ext>
              </a:extLst>
            </p:cNvPr>
            <p:cNvSpPr/>
            <p:nvPr/>
          </p:nvSpPr>
          <p:spPr>
            <a:xfrm flipH="1">
              <a:off x="21192" y="0"/>
              <a:ext cx="408371" cy="14533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18" name="Google Shape;638;p43"/>
          <p:cNvSpPr txBox="1">
            <a:spLocks noGrp="1"/>
          </p:cNvSpPr>
          <p:nvPr>
            <p:ph type="title"/>
          </p:nvPr>
        </p:nvSpPr>
        <p:spPr>
          <a:xfrm>
            <a:off x="735822" y="36262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BACKENT   VETERINARIA</a:t>
            </a:r>
            <a:endParaRPr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" y="1127760"/>
            <a:ext cx="7579360" cy="332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2745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xmlns="" id="{2A0243C4-74B8-4257-B951-EFD41607963E}"/>
              </a:ext>
            </a:extLst>
          </p:cNvPr>
          <p:cNvGrpSpPr/>
          <p:nvPr/>
        </p:nvGrpSpPr>
        <p:grpSpPr>
          <a:xfrm rot="10800000">
            <a:off x="21192" y="3687578"/>
            <a:ext cx="9122808" cy="1460304"/>
            <a:chOff x="21192" y="-6907"/>
            <a:chExt cx="9122808" cy="1460304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xmlns="" id="{7FACA3EA-1CF2-4F0F-8091-6807EB9C20C9}"/>
                </a:ext>
              </a:extLst>
            </p:cNvPr>
            <p:cNvGrpSpPr/>
            <p:nvPr/>
          </p:nvGrpSpPr>
          <p:grpSpPr>
            <a:xfrm>
              <a:off x="291015" y="-6907"/>
              <a:ext cx="8852985" cy="1430688"/>
              <a:chOff x="291015" y="-6907"/>
              <a:chExt cx="8852985" cy="1430688"/>
            </a:xfrm>
          </p:grpSpPr>
          <p:sp>
            <p:nvSpPr>
              <p:cNvPr id="13" name="Rectangle 69">
                <a:extLst>
                  <a:ext uri="{FF2B5EF4-FFF2-40B4-BE49-F238E27FC236}">
                    <a16:creationId xmlns:a16="http://schemas.microsoft.com/office/drawing/2014/main" xmlns="" id="{E75180B6-CA54-441D-AA8F-9790A4AC614C}"/>
                  </a:ext>
                </a:extLst>
              </p:cNvPr>
              <p:cNvSpPr/>
              <p:nvPr/>
            </p:nvSpPr>
            <p:spPr>
              <a:xfrm>
                <a:off x="8743950" y="0"/>
                <a:ext cx="400050" cy="14237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" name="Rectangle 70">
                <a:extLst>
                  <a:ext uri="{FF2B5EF4-FFF2-40B4-BE49-F238E27FC236}">
                    <a16:creationId xmlns:a16="http://schemas.microsoft.com/office/drawing/2014/main" xmlns="" id="{343CDBA1-37F1-481F-A532-39DD707C5C0E}"/>
                  </a:ext>
                </a:extLst>
              </p:cNvPr>
              <p:cNvSpPr/>
              <p:nvPr/>
            </p:nvSpPr>
            <p:spPr>
              <a:xfrm>
                <a:off x="291015" y="-6907"/>
                <a:ext cx="8852984" cy="33893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6" name="Rectangle 69">
              <a:extLst>
                <a:ext uri="{FF2B5EF4-FFF2-40B4-BE49-F238E27FC236}">
                  <a16:creationId xmlns:a16="http://schemas.microsoft.com/office/drawing/2014/main" xmlns="" id="{9CA7974B-3194-4592-88BA-77979726168F}"/>
                </a:ext>
              </a:extLst>
            </p:cNvPr>
            <p:cNvSpPr/>
            <p:nvPr/>
          </p:nvSpPr>
          <p:spPr>
            <a:xfrm flipH="1">
              <a:off x="21192" y="0"/>
              <a:ext cx="408371" cy="14533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18" name="Google Shape;638;p43"/>
          <p:cNvSpPr txBox="1">
            <a:spLocks noGrp="1"/>
          </p:cNvSpPr>
          <p:nvPr>
            <p:ph type="title"/>
          </p:nvPr>
        </p:nvSpPr>
        <p:spPr>
          <a:xfrm>
            <a:off x="735822" y="36262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BACKENT   VETERINARIA</a:t>
            </a:r>
            <a:endParaRPr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17" y="893762"/>
            <a:ext cx="8397085" cy="1300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15" y="2193925"/>
            <a:ext cx="8397085" cy="1231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916" y="3553261"/>
            <a:ext cx="6932215" cy="1538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986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xmlns="" id="{2A0243C4-74B8-4257-B951-EFD41607963E}"/>
              </a:ext>
            </a:extLst>
          </p:cNvPr>
          <p:cNvGrpSpPr/>
          <p:nvPr/>
        </p:nvGrpSpPr>
        <p:grpSpPr>
          <a:xfrm rot="10800000">
            <a:off x="21192" y="3687578"/>
            <a:ext cx="9122808" cy="1460304"/>
            <a:chOff x="21192" y="-6907"/>
            <a:chExt cx="9122808" cy="1460304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xmlns="" id="{7FACA3EA-1CF2-4F0F-8091-6807EB9C20C9}"/>
                </a:ext>
              </a:extLst>
            </p:cNvPr>
            <p:cNvGrpSpPr/>
            <p:nvPr/>
          </p:nvGrpSpPr>
          <p:grpSpPr>
            <a:xfrm>
              <a:off x="291015" y="-6907"/>
              <a:ext cx="8852985" cy="1430688"/>
              <a:chOff x="291015" y="-6907"/>
              <a:chExt cx="8852985" cy="1430688"/>
            </a:xfrm>
          </p:grpSpPr>
          <p:sp>
            <p:nvSpPr>
              <p:cNvPr id="13" name="Rectangle 69">
                <a:extLst>
                  <a:ext uri="{FF2B5EF4-FFF2-40B4-BE49-F238E27FC236}">
                    <a16:creationId xmlns:a16="http://schemas.microsoft.com/office/drawing/2014/main" xmlns="" id="{E75180B6-CA54-441D-AA8F-9790A4AC614C}"/>
                  </a:ext>
                </a:extLst>
              </p:cNvPr>
              <p:cNvSpPr/>
              <p:nvPr/>
            </p:nvSpPr>
            <p:spPr>
              <a:xfrm>
                <a:off x="8743950" y="0"/>
                <a:ext cx="400050" cy="14237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" name="Rectangle 70">
                <a:extLst>
                  <a:ext uri="{FF2B5EF4-FFF2-40B4-BE49-F238E27FC236}">
                    <a16:creationId xmlns:a16="http://schemas.microsoft.com/office/drawing/2014/main" xmlns="" id="{343CDBA1-37F1-481F-A532-39DD707C5C0E}"/>
                  </a:ext>
                </a:extLst>
              </p:cNvPr>
              <p:cNvSpPr/>
              <p:nvPr/>
            </p:nvSpPr>
            <p:spPr>
              <a:xfrm>
                <a:off x="291015" y="-6907"/>
                <a:ext cx="8852984" cy="33893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6" name="Rectangle 69">
              <a:extLst>
                <a:ext uri="{FF2B5EF4-FFF2-40B4-BE49-F238E27FC236}">
                  <a16:creationId xmlns:a16="http://schemas.microsoft.com/office/drawing/2014/main" xmlns="" id="{9CA7974B-3194-4592-88BA-77979726168F}"/>
                </a:ext>
              </a:extLst>
            </p:cNvPr>
            <p:cNvSpPr/>
            <p:nvPr/>
          </p:nvSpPr>
          <p:spPr>
            <a:xfrm flipH="1">
              <a:off x="21192" y="0"/>
              <a:ext cx="408371" cy="14533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18" name="Google Shape;638;p43"/>
          <p:cNvSpPr txBox="1">
            <a:spLocks noGrp="1"/>
          </p:cNvSpPr>
          <p:nvPr>
            <p:ph type="title"/>
          </p:nvPr>
        </p:nvSpPr>
        <p:spPr>
          <a:xfrm>
            <a:off x="735822" y="36262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FRONTEND</a:t>
            </a:r>
            <a:r>
              <a:rPr lang="en" dirty="0" smtClean="0"/>
              <a:t>   VETERINARIA</a:t>
            </a:r>
            <a:endParaRPr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22" y="1320527"/>
            <a:ext cx="8028495" cy="33969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5804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xmlns="" id="{2A0243C4-74B8-4257-B951-EFD41607963E}"/>
              </a:ext>
            </a:extLst>
          </p:cNvPr>
          <p:cNvGrpSpPr/>
          <p:nvPr/>
        </p:nvGrpSpPr>
        <p:grpSpPr>
          <a:xfrm rot="10800000">
            <a:off x="21192" y="3687578"/>
            <a:ext cx="9122808" cy="1460304"/>
            <a:chOff x="21192" y="-6907"/>
            <a:chExt cx="9122808" cy="1460304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xmlns="" id="{7FACA3EA-1CF2-4F0F-8091-6807EB9C20C9}"/>
                </a:ext>
              </a:extLst>
            </p:cNvPr>
            <p:cNvGrpSpPr/>
            <p:nvPr/>
          </p:nvGrpSpPr>
          <p:grpSpPr>
            <a:xfrm>
              <a:off x="291015" y="-6907"/>
              <a:ext cx="8852985" cy="1430688"/>
              <a:chOff x="291015" y="-6907"/>
              <a:chExt cx="8852985" cy="1430688"/>
            </a:xfrm>
          </p:grpSpPr>
          <p:sp>
            <p:nvSpPr>
              <p:cNvPr id="13" name="Rectangle 69">
                <a:extLst>
                  <a:ext uri="{FF2B5EF4-FFF2-40B4-BE49-F238E27FC236}">
                    <a16:creationId xmlns:a16="http://schemas.microsoft.com/office/drawing/2014/main" xmlns="" id="{E75180B6-CA54-441D-AA8F-9790A4AC614C}"/>
                  </a:ext>
                </a:extLst>
              </p:cNvPr>
              <p:cNvSpPr/>
              <p:nvPr/>
            </p:nvSpPr>
            <p:spPr>
              <a:xfrm>
                <a:off x="8743950" y="0"/>
                <a:ext cx="400050" cy="14237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" name="Rectangle 70">
                <a:extLst>
                  <a:ext uri="{FF2B5EF4-FFF2-40B4-BE49-F238E27FC236}">
                    <a16:creationId xmlns:a16="http://schemas.microsoft.com/office/drawing/2014/main" xmlns="" id="{343CDBA1-37F1-481F-A532-39DD707C5C0E}"/>
                  </a:ext>
                </a:extLst>
              </p:cNvPr>
              <p:cNvSpPr/>
              <p:nvPr/>
            </p:nvSpPr>
            <p:spPr>
              <a:xfrm>
                <a:off x="291015" y="-6907"/>
                <a:ext cx="8852984" cy="33893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6" name="Rectangle 69">
              <a:extLst>
                <a:ext uri="{FF2B5EF4-FFF2-40B4-BE49-F238E27FC236}">
                  <a16:creationId xmlns:a16="http://schemas.microsoft.com/office/drawing/2014/main" xmlns="" id="{9CA7974B-3194-4592-88BA-77979726168F}"/>
                </a:ext>
              </a:extLst>
            </p:cNvPr>
            <p:cNvSpPr/>
            <p:nvPr/>
          </p:nvSpPr>
          <p:spPr>
            <a:xfrm flipH="1">
              <a:off x="21192" y="0"/>
              <a:ext cx="408371" cy="14533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18" name="Google Shape;638;p43"/>
          <p:cNvSpPr txBox="1">
            <a:spLocks noGrp="1"/>
          </p:cNvSpPr>
          <p:nvPr>
            <p:ph type="title"/>
          </p:nvPr>
        </p:nvSpPr>
        <p:spPr>
          <a:xfrm>
            <a:off x="735822" y="36262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FRONTEND</a:t>
            </a:r>
            <a:r>
              <a:rPr lang="en" dirty="0" smtClean="0"/>
              <a:t>   VETERINARIA</a:t>
            </a:r>
            <a:endParaRPr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182" y="1371768"/>
            <a:ext cx="8110856" cy="317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42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xmlns="" id="{2A0243C4-74B8-4257-B951-EFD41607963E}"/>
              </a:ext>
            </a:extLst>
          </p:cNvPr>
          <p:cNvGrpSpPr/>
          <p:nvPr/>
        </p:nvGrpSpPr>
        <p:grpSpPr>
          <a:xfrm rot="10800000">
            <a:off x="21192" y="3687578"/>
            <a:ext cx="9122808" cy="1460304"/>
            <a:chOff x="21192" y="-6907"/>
            <a:chExt cx="9122808" cy="1460304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xmlns="" id="{7FACA3EA-1CF2-4F0F-8091-6807EB9C20C9}"/>
                </a:ext>
              </a:extLst>
            </p:cNvPr>
            <p:cNvGrpSpPr/>
            <p:nvPr/>
          </p:nvGrpSpPr>
          <p:grpSpPr>
            <a:xfrm>
              <a:off x="291015" y="-6907"/>
              <a:ext cx="8852985" cy="1430688"/>
              <a:chOff x="291015" y="-6907"/>
              <a:chExt cx="8852985" cy="1430688"/>
            </a:xfrm>
          </p:grpSpPr>
          <p:sp>
            <p:nvSpPr>
              <p:cNvPr id="13" name="Rectangle 69">
                <a:extLst>
                  <a:ext uri="{FF2B5EF4-FFF2-40B4-BE49-F238E27FC236}">
                    <a16:creationId xmlns:a16="http://schemas.microsoft.com/office/drawing/2014/main" xmlns="" id="{E75180B6-CA54-441D-AA8F-9790A4AC614C}"/>
                  </a:ext>
                </a:extLst>
              </p:cNvPr>
              <p:cNvSpPr/>
              <p:nvPr/>
            </p:nvSpPr>
            <p:spPr>
              <a:xfrm>
                <a:off x="8743950" y="0"/>
                <a:ext cx="400050" cy="14237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" name="Rectangle 70">
                <a:extLst>
                  <a:ext uri="{FF2B5EF4-FFF2-40B4-BE49-F238E27FC236}">
                    <a16:creationId xmlns:a16="http://schemas.microsoft.com/office/drawing/2014/main" xmlns="" id="{343CDBA1-37F1-481F-A532-39DD707C5C0E}"/>
                  </a:ext>
                </a:extLst>
              </p:cNvPr>
              <p:cNvSpPr/>
              <p:nvPr/>
            </p:nvSpPr>
            <p:spPr>
              <a:xfrm>
                <a:off x="291015" y="-6907"/>
                <a:ext cx="8852984" cy="33893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6" name="Rectangle 69">
              <a:extLst>
                <a:ext uri="{FF2B5EF4-FFF2-40B4-BE49-F238E27FC236}">
                  <a16:creationId xmlns:a16="http://schemas.microsoft.com/office/drawing/2014/main" xmlns="" id="{9CA7974B-3194-4592-88BA-77979726168F}"/>
                </a:ext>
              </a:extLst>
            </p:cNvPr>
            <p:cNvSpPr/>
            <p:nvPr/>
          </p:nvSpPr>
          <p:spPr>
            <a:xfrm flipH="1">
              <a:off x="21192" y="0"/>
              <a:ext cx="408371" cy="14533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18" name="Google Shape;638;p43"/>
          <p:cNvSpPr txBox="1">
            <a:spLocks noGrp="1"/>
          </p:cNvSpPr>
          <p:nvPr>
            <p:ph type="title"/>
          </p:nvPr>
        </p:nvSpPr>
        <p:spPr>
          <a:xfrm>
            <a:off x="735822" y="36262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FRONTEND</a:t>
            </a:r>
            <a:r>
              <a:rPr lang="en" dirty="0" smtClean="0"/>
              <a:t>   VETERINARIA</a:t>
            </a:r>
            <a:endParaRPr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1" y="1260033"/>
            <a:ext cx="8285988" cy="289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42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xmlns="" id="{2A0243C4-74B8-4257-B951-EFD41607963E}"/>
              </a:ext>
            </a:extLst>
          </p:cNvPr>
          <p:cNvGrpSpPr/>
          <p:nvPr/>
        </p:nvGrpSpPr>
        <p:grpSpPr>
          <a:xfrm rot="10800000">
            <a:off x="21192" y="3687578"/>
            <a:ext cx="9122808" cy="1460304"/>
            <a:chOff x="21192" y="-6907"/>
            <a:chExt cx="9122808" cy="1460304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xmlns="" id="{7FACA3EA-1CF2-4F0F-8091-6807EB9C20C9}"/>
                </a:ext>
              </a:extLst>
            </p:cNvPr>
            <p:cNvGrpSpPr/>
            <p:nvPr/>
          </p:nvGrpSpPr>
          <p:grpSpPr>
            <a:xfrm>
              <a:off x="291015" y="-6907"/>
              <a:ext cx="8852985" cy="1430688"/>
              <a:chOff x="291015" y="-6907"/>
              <a:chExt cx="8852985" cy="1430688"/>
            </a:xfrm>
          </p:grpSpPr>
          <p:sp>
            <p:nvSpPr>
              <p:cNvPr id="13" name="Rectangle 69">
                <a:extLst>
                  <a:ext uri="{FF2B5EF4-FFF2-40B4-BE49-F238E27FC236}">
                    <a16:creationId xmlns:a16="http://schemas.microsoft.com/office/drawing/2014/main" xmlns="" id="{E75180B6-CA54-441D-AA8F-9790A4AC614C}"/>
                  </a:ext>
                </a:extLst>
              </p:cNvPr>
              <p:cNvSpPr/>
              <p:nvPr/>
            </p:nvSpPr>
            <p:spPr>
              <a:xfrm>
                <a:off x="8743950" y="0"/>
                <a:ext cx="400050" cy="14237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" name="Rectangle 70">
                <a:extLst>
                  <a:ext uri="{FF2B5EF4-FFF2-40B4-BE49-F238E27FC236}">
                    <a16:creationId xmlns:a16="http://schemas.microsoft.com/office/drawing/2014/main" xmlns="" id="{343CDBA1-37F1-481F-A532-39DD707C5C0E}"/>
                  </a:ext>
                </a:extLst>
              </p:cNvPr>
              <p:cNvSpPr/>
              <p:nvPr/>
            </p:nvSpPr>
            <p:spPr>
              <a:xfrm>
                <a:off x="291015" y="-6907"/>
                <a:ext cx="8852984" cy="33893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16" name="Rectangle 69">
              <a:extLst>
                <a:ext uri="{FF2B5EF4-FFF2-40B4-BE49-F238E27FC236}">
                  <a16:creationId xmlns:a16="http://schemas.microsoft.com/office/drawing/2014/main" xmlns="" id="{9CA7974B-3194-4592-88BA-77979726168F}"/>
                </a:ext>
              </a:extLst>
            </p:cNvPr>
            <p:cNvSpPr/>
            <p:nvPr/>
          </p:nvSpPr>
          <p:spPr>
            <a:xfrm flipH="1">
              <a:off x="21192" y="0"/>
              <a:ext cx="408371" cy="14533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18" name="Google Shape;638;p43"/>
          <p:cNvSpPr txBox="1">
            <a:spLocks noGrp="1"/>
          </p:cNvSpPr>
          <p:nvPr>
            <p:ph type="title"/>
          </p:nvPr>
        </p:nvSpPr>
        <p:spPr>
          <a:xfrm>
            <a:off x="735822" y="36262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FRONTEND</a:t>
            </a:r>
            <a:r>
              <a:rPr lang="en" dirty="0" smtClean="0"/>
              <a:t>   VETERINARIA</a:t>
            </a:r>
            <a:endParaRPr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48" y="936780"/>
            <a:ext cx="3648926" cy="3548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144" y="936780"/>
            <a:ext cx="3645637" cy="3567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21" y="4603685"/>
            <a:ext cx="8695056" cy="440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42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eterinary Clinical Case: Canine Fever by Slidesgo">
  <a:themeElements>
    <a:clrScheme name="Simple Light">
      <a:dk1>
        <a:srgbClr val="CC0000"/>
      </a:dk1>
      <a:lt1>
        <a:srgbClr val="990000"/>
      </a:lt1>
      <a:dk2>
        <a:srgbClr val="FFFFFF"/>
      </a:dk2>
      <a:lt2>
        <a:srgbClr val="D3E3E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99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</TotalTime>
  <Words>246</Words>
  <Application>Microsoft Office PowerPoint</Application>
  <PresentationFormat>Presentación en pantalla (16:9)</PresentationFormat>
  <Paragraphs>48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Alata</vt:lpstr>
      <vt:lpstr>Assistant</vt:lpstr>
      <vt:lpstr>Poppins</vt:lpstr>
      <vt:lpstr>Veterinary Clinical Case: Canine Fever by Slidesgo</vt:lpstr>
      <vt:lpstr>VETERINARIA PETCARE</vt:lpstr>
      <vt:lpstr>Introduction</vt:lpstr>
      <vt:lpstr>02</vt:lpstr>
      <vt:lpstr>PROBLEMATICA</vt:lpstr>
      <vt:lpstr>Diagrama Entidad Relacion</vt:lpstr>
      <vt:lpstr>Enlaces y datos de acceso</vt:lpstr>
      <vt:lpstr>Datos de Acceso </vt:lpstr>
      <vt:lpstr>Datos de Acceso </vt:lpstr>
      <vt:lpstr>Demostracion Y captuaras de Pantalla</vt:lpstr>
      <vt:lpstr>BACKENT   VETERINARIA</vt:lpstr>
      <vt:lpstr>BACKENT   VETERINARIA</vt:lpstr>
      <vt:lpstr>BACKENT   VETERINARIA</vt:lpstr>
      <vt:lpstr>BACKENT   VETERINARIA</vt:lpstr>
      <vt:lpstr>BACKENT   VETERINARIA</vt:lpstr>
      <vt:lpstr>FRONTEND   VETERINARIA</vt:lpstr>
      <vt:lpstr>FRONTEND   VETERINARIA</vt:lpstr>
      <vt:lpstr>FRONTEND   VETERINARIA</vt:lpstr>
      <vt:lpstr>FRONTEND   VETERINARIA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veterinaria</dc:title>
  <dc:creator>Sr GRYM</dc:creator>
  <cp:lastModifiedBy>Jose Alfaro</cp:lastModifiedBy>
  <cp:revision>25</cp:revision>
  <dcterms:modified xsi:type="dcterms:W3CDTF">2025-11-20T19:42:09Z</dcterms:modified>
</cp:coreProperties>
</file>